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5" r:id="rId1"/>
  </p:sldMasterIdLst>
  <p:notesMasterIdLst>
    <p:notesMasterId r:id="rId19"/>
  </p:notesMasterIdLst>
  <p:sldIdLst>
    <p:sldId id="273" r:id="rId2"/>
    <p:sldId id="274" r:id="rId3"/>
    <p:sldId id="275" r:id="rId4"/>
    <p:sldId id="261" r:id="rId5"/>
    <p:sldId id="257" r:id="rId6"/>
    <p:sldId id="258" r:id="rId7"/>
    <p:sldId id="265" r:id="rId8"/>
    <p:sldId id="270" r:id="rId9"/>
    <p:sldId id="268" r:id="rId10"/>
    <p:sldId id="264" r:id="rId11"/>
    <p:sldId id="267" r:id="rId12"/>
    <p:sldId id="262" r:id="rId13"/>
    <p:sldId id="269" r:id="rId14"/>
    <p:sldId id="272" r:id="rId15"/>
    <p:sldId id="276" r:id="rId16"/>
    <p:sldId id="259" r:id="rId17"/>
    <p:sldId id="260" r:id="rId18"/>
  </p:sldIdLst>
  <p:sldSz cx="9144000" cy="5143500" type="screen16x9"/>
  <p:notesSz cx="6858000" cy="9144000"/>
  <p:embeddedFontLst>
    <p:embeddedFont>
      <p:font typeface="Bahnschrift Light SemiCondensed" panose="020B0502040204020203" pitchFamily="34" charset="0"/>
      <p:regular r:id="rId20"/>
    </p:embeddedFont>
    <p:embeddedFont>
      <p:font typeface="Californian FB" panose="0207040306080B030204" pitchFamily="18" charset="0"/>
      <p:regular r:id="rId21"/>
      <p:bold r:id="rId22"/>
      <p:italic r:id="rId23"/>
    </p:embeddedFont>
    <p:embeddedFont>
      <p:font typeface="Open Sans" panose="020B0606030504020204"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393"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a:extLst>
            <a:ext uri="{FF2B5EF4-FFF2-40B4-BE49-F238E27FC236}">
              <a16:creationId xmlns:a16="http://schemas.microsoft.com/office/drawing/2014/main" id="{FA52F95A-EA24-249A-EE32-2B78B893E669}"/>
            </a:ext>
          </a:extLst>
        </p:cNvPr>
        <p:cNvGrpSpPr/>
        <p:nvPr/>
      </p:nvGrpSpPr>
      <p:grpSpPr>
        <a:xfrm>
          <a:off x="0" y="0"/>
          <a:ext cx="0" cy="0"/>
          <a:chOff x="0" y="0"/>
          <a:chExt cx="0" cy="0"/>
        </a:xfrm>
      </p:grpSpPr>
      <p:sp>
        <p:nvSpPr>
          <p:cNvPr id="45" name="Google Shape;45;p:notes">
            <a:extLst>
              <a:ext uri="{FF2B5EF4-FFF2-40B4-BE49-F238E27FC236}">
                <a16:creationId xmlns:a16="http://schemas.microsoft.com/office/drawing/2014/main" id="{6B0C66C1-472E-4733-4FA6-DB22A770EE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p:notes">
            <a:extLst>
              <a:ext uri="{FF2B5EF4-FFF2-40B4-BE49-F238E27FC236}">
                <a16:creationId xmlns:a16="http://schemas.microsoft.com/office/drawing/2014/main" id="{3324B787-F73A-CCD1-72F7-87C6E9DE8B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7188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a:extLst>
            <a:ext uri="{FF2B5EF4-FFF2-40B4-BE49-F238E27FC236}">
              <a16:creationId xmlns:a16="http://schemas.microsoft.com/office/drawing/2014/main" id="{A0B4F2CD-209C-86F1-B4D3-30C271D698BF}"/>
            </a:ext>
          </a:extLst>
        </p:cNvPr>
        <p:cNvGrpSpPr/>
        <p:nvPr/>
      </p:nvGrpSpPr>
      <p:grpSpPr>
        <a:xfrm>
          <a:off x="0" y="0"/>
          <a:ext cx="0" cy="0"/>
          <a:chOff x="0" y="0"/>
          <a:chExt cx="0" cy="0"/>
        </a:xfrm>
      </p:grpSpPr>
      <p:sp>
        <p:nvSpPr>
          <p:cNvPr id="45" name="Google Shape;45;p:notes">
            <a:extLst>
              <a:ext uri="{FF2B5EF4-FFF2-40B4-BE49-F238E27FC236}">
                <a16:creationId xmlns:a16="http://schemas.microsoft.com/office/drawing/2014/main" id="{3EF37AA6-274B-80B4-A4E7-90CEEFA5FA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p:notes">
            <a:extLst>
              <a:ext uri="{FF2B5EF4-FFF2-40B4-BE49-F238E27FC236}">
                <a16:creationId xmlns:a16="http://schemas.microsoft.com/office/drawing/2014/main" id="{E36D761B-120A-E93F-C0B7-DDB170A276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6262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a:extLst>
            <a:ext uri="{FF2B5EF4-FFF2-40B4-BE49-F238E27FC236}">
              <a16:creationId xmlns:a16="http://schemas.microsoft.com/office/drawing/2014/main" id="{EEE4DC0D-C178-B7FC-A4C2-FCE76D045D75}"/>
            </a:ext>
          </a:extLst>
        </p:cNvPr>
        <p:cNvGrpSpPr/>
        <p:nvPr/>
      </p:nvGrpSpPr>
      <p:grpSpPr>
        <a:xfrm>
          <a:off x="0" y="0"/>
          <a:ext cx="0" cy="0"/>
          <a:chOff x="0" y="0"/>
          <a:chExt cx="0" cy="0"/>
        </a:xfrm>
      </p:grpSpPr>
      <p:sp>
        <p:nvSpPr>
          <p:cNvPr id="45" name="Google Shape;45;p:notes">
            <a:extLst>
              <a:ext uri="{FF2B5EF4-FFF2-40B4-BE49-F238E27FC236}">
                <a16:creationId xmlns:a16="http://schemas.microsoft.com/office/drawing/2014/main" id="{80FF5DB7-2916-1353-71B2-AE94405413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p:notes">
            <a:extLst>
              <a:ext uri="{FF2B5EF4-FFF2-40B4-BE49-F238E27FC236}">
                <a16:creationId xmlns:a16="http://schemas.microsoft.com/office/drawing/2014/main" id="{4E95C3AB-2D61-AEFB-4CF9-8B788402EE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45469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5f19165c7b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g5f19165c7b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5a4cc35f0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5a4cc35f0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a:extLst>
            <a:ext uri="{FF2B5EF4-FFF2-40B4-BE49-F238E27FC236}">
              <a16:creationId xmlns:a16="http://schemas.microsoft.com/office/drawing/2014/main" id="{6447106B-2BEE-670D-017A-61ADA318CE0F}"/>
            </a:ext>
          </a:extLst>
        </p:cNvPr>
        <p:cNvGrpSpPr/>
        <p:nvPr/>
      </p:nvGrpSpPr>
      <p:grpSpPr>
        <a:xfrm>
          <a:off x="0" y="0"/>
          <a:ext cx="0" cy="0"/>
          <a:chOff x="0" y="0"/>
          <a:chExt cx="0" cy="0"/>
        </a:xfrm>
      </p:grpSpPr>
      <p:sp>
        <p:nvSpPr>
          <p:cNvPr id="52" name="Google Shape;52;g5f19165c7b_0_9:notes">
            <a:extLst>
              <a:ext uri="{FF2B5EF4-FFF2-40B4-BE49-F238E27FC236}">
                <a16:creationId xmlns:a16="http://schemas.microsoft.com/office/drawing/2014/main" id="{8E3072D5-077E-E445-51E6-E157294DC2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g5f19165c7b_0_9:notes">
            <a:extLst>
              <a:ext uri="{FF2B5EF4-FFF2-40B4-BE49-F238E27FC236}">
                <a16:creationId xmlns:a16="http://schemas.microsoft.com/office/drawing/2014/main" id="{D1CA8B82-C4A1-AFD5-9CF8-335F8814A1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89335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a:extLst>
            <a:ext uri="{FF2B5EF4-FFF2-40B4-BE49-F238E27FC236}">
              <a16:creationId xmlns:a16="http://schemas.microsoft.com/office/drawing/2014/main" id="{9FB02CDA-0144-CAA9-39B4-67B87EE23851}"/>
            </a:ext>
          </a:extLst>
        </p:cNvPr>
        <p:cNvGrpSpPr/>
        <p:nvPr/>
      </p:nvGrpSpPr>
      <p:grpSpPr>
        <a:xfrm>
          <a:off x="0" y="0"/>
          <a:ext cx="0" cy="0"/>
          <a:chOff x="0" y="0"/>
          <a:chExt cx="0" cy="0"/>
        </a:xfrm>
      </p:grpSpPr>
      <p:sp>
        <p:nvSpPr>
          <p:cNvPr id="52" name="Google Shape;52;g5f19165c7b_0_9:notes">
            <a:extLst>
              <a:ext uri="{FF2B5EF4-FFF2-40B4-BE49-F238E27FC236}">
                <a16:creationId xmlns:a16="http://schemas.microsoft.com/office/drawing/2014/main" id="{D60CB94B-2A14-3A52-36E6-C4F0E845E8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g5f19165c7b_0_9:notes">
            <a:extLst>
              <a:ext uri="{FF2B5EF4-FFF2-40B4-BE49-F238E27FC236}">
                <a16:creationId xmlns:a16="http://schemas.microsoft.com/office/drawing/2014/main" id="{3A5F910F-CCD2-84B5-0F31-FC593AC95F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00088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a:extLst>
            <a:ext uri="{FF2B5EF4-FFF2-40B4-BE49-F238E27FC236}">
              <a16:creationId xmlns:a16="http://schemas.microsoft.com/office/drawing/2014/main" id="{7C9ED5B6-B92E-2AAB-12E7-246F57BE358B}"/>
            </a:ext>
          </a:extLst>
        </p:cNvPr>
        <p:cNvGrpSpPr/>
        <p:nvPr/>
      </p:nvGrpSpPr>
      <p:grpSpPr>
        <a:xfrm>
          <a:off x="0" y="0"/>
          <a:ext cx="0" cy="0"/>
          <a:chOff x="0" y="0"/>
          <a:chExt cx="0" cy="0"/>
        </a:xfrm>
      </p:grpSpPr>
      <p:sp>
        <p:nvSpPr>
          <p:cNvPr id="52" name="Google Shape;52;g5f19165c7b_0_9:notes">
            <a:extLst>
              <a:ext uri="{FF2B5EF4-FFF2-40B4-BE49-F238E27FC236}">
                <a16:creationId xmlns:a16="http://schemas.microsoft.com/office/drawing/2014/main" id="{8792C50F-DEE0-9794-C1ED-0A05FECA38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g5f19165c7b_0_9:notes">
            <a:extLst>
              <a:ext uri="{FF2B5EF4-FFF2-40B4-BE49-F238E27FC236}">
                <a16:creationId xmlns:a16="http://schemas.microsoft.com/office/drawing/2014/main" id="{B31A4382-45EF-FBA0-38BD-35F71C2B55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66569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a:extLst>
            <a:ext uri="{FF2B5EF4-FFF2-40B4-BE49-F238E27FC236}">
              <a16:creationId xmlns:a16="http://schemas.microsoft.com/office/drawing/2014/main" id="{51E8CA7D-83D2-DFDB-9496-70F2FB781DB2}"/>
            </a:ext>
          </a:extLst>
        </p:cNvPr>
        <p:cNvGrpSpPr/>
        <p:nvPr/>
      </p:nvGrpSpPr>
      <p:grpSpPr>
        <a:xfrm>
          <a:off x="0" y="0"/>
          <a:ext cx="0" cy="0"/>
          <a:chOff x="0" y="0"/>
          <a:chExt cx="0" cy="0"/>
        </a:xfrm>
      </p:grpSpPr>
      <p:sp>
        <p:nvSpPr>
          <p:cNvPr id="52" name="Google Shape;52;g5f19165c7b_0_9:notes">
            <a:extLst>
              <a:ext uri="{FF2B5EF4-FFF2-40B4-BE49-F238E27FC236}">
                <a16:creationId xmlns:a16="http://schemas.microsoft.com/office/drawing/2014/main" id="{42B298E3-BBB6-CE00-30C2-DF8B9E0260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g5f19165c7b_0_9:notes">
            <a:extLst>
              <a:ext uri="{FF2B5EF4-FFF2-40B4-BE49-F238E27FC236}">
                <a16:creationId xmlns:a16="http://schemas.microsoft.com/office/drawing/2014/main" id="{A42BE7E4-6EDC-ED5F-860D-3A0DE4CB94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0646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a:extLst>
            <a:ext uri="{FF2B5EF4-FFF2-40B4-BE49-F238E27FC236}">
              <a16:creationId xmlns:a16="http://schemas.microsoft.com/office/drawing/2014/main" id="{25352FC0-C249-2C0E-2D89-B81878B8CC65}"/>
            </a:ext>
          </a:extLst>
        </p:cNvPr>
        <p:cNvGrpSpPr/>
        <p:nvPr/>
      </p:nvGrpSpPr>
      <p:grpSpPr>
        <a:xfrm>
          <a:off x="0" y="0"/>
          <a:ext cx="0" cy="0"/>
          <a:chOff x="0" y="0"/>
          <a:chExt cx="0" cy="0"/>
        </a:xfrm>
      </p:grpSpPr>
      <p:sp>
        <p:nvSpPr>
          <p:cNvPr id="52" name="Google Shape;52;g5f19165c7b_0_9:notes">
            <a:extLst>
              <a:ext uri="{FF2B5EF4-FFF2-40B4-BE49-F238E27FC236}">
                <a16:creationId xmlns:a16="http://schemas.microsoft.com/office/drawing/2014/main" id="{CC738D7C-7B12-0420-E94C-CDCCE2AC87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g5f19165c7b_0_9:notes">
            <a:extLst>
              <a:ext uri="{FF2B5EF4-FFF2-40B4-BE49-F238E27FC236}">
                <a16:creationId xmlns:a16="http://schemas.microsoft.com/office/drawing/2014/main" id="{CC7A7CED-3266-5013-0E8B-016FAEF858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81727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a:extLst>
            <a:ext uri="{FF2B5EF4-FFF2-40B4-BE49-F238E27FC236}">
              <a16:creationId xmlns:a16="http://schemas.microsoft.com/office/drawing/2014/main" id="{D52ED6BD-5162-5E41-3DD3-D0EB91A6259E}"/>
            </a:ext>
          </a:extLst>
        </p:cNvPr>
        <p:cNvGrpSpPr/>
        <p:nvPr/>
      </p:nvGrpSpPr>
      <p:grpSpPr>
        <a:xfrm>
          <a:off x="0" y="0"/>
          <a:ext cx="0" cy="0"/>
          <a:chOff x="0" y="0"/>
          <a:chExt cx="0" cy="0"/>
        </a:xfrm>
      </p:grpSpPr>
      <p:sp>
        <p:nvSpPr>
          <p:cNvPr id="52" name="Google Shape;52;g5f19165c7b_0_9:notes">
            <a:extLst>
              <a:ext uri="{FF2B5EF4-FFF2-40B4-BE49-F238E27FC236}">
                <a16:creationId xmlns:a16="http://schemas.microsoft.com/office/drawing/2014/main" id="{3700E65B-C149-7F55-D879-31239B55BF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g5f19165c7b_0_9:notes">
            <a:extLst>
              <a:ext uri="{FF2B5EF4-FFF2-40B4-BE49-F238E27FC236}">
                <a16:creationId xmlns:a16="http://schemas.microsoft.com/office/drawing/2014/main" id="{405D0715-6220-7D98-AE8E-6E2CEFAACC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54676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47373a90043751a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47373a90043751a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5f19165c7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5f19165c7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5f19165c7b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5f19165c7b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0" y="1139650"/>
            <a:ext cx="8520600" cy="971700"/>
          </a:xfrm>
          <a:prstGeom prst="rect">
            <a:avLst/>
          </a:prstGeom>
        </p:spPr>
        <p:txBody>
          <a:bodyPr spcFirstLastPara="1" wrap="square" lIns="91425" tIns="91425" rIns="91425" bIns="91425" anchor="b" anchorCtr="0">
            <a:noAutofit/>
          </a:bodyPr>
          <a:lstStyle>
            <a:lvl1pPr lvl="0">
              <a:spcBef>
                <a:spcPts val="0"/>
              </a:spcBef>
              <a:spcAft>
                <a:spcPts val="0"/>
              </a:spcAft>
              <a:buClr>
                <a:srgbClr val="F47B20"/>
              </a:buClr>
              <a:buSzPts val="3600"/>
              <a:buFont typeface="Open Sans"/>
              <a:buNone/>
              <a:defRPr sz="3600" b="1">
                <a:solidFill>
                  <a:srgbClr val="F47B20"/>
                </a:solidFill>
                <a:latin typeface="Open Sans"/>
                <a:ea typeface="Open Sans"/>
                <a:cs typeface="Open Sans"/>
                <a:sym typeface="Open Sans"/>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148325"/>
            <a:ext cx="8520600" cy="792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Font typeface="Open Sans"/>
              <a:buNone/>
              <a:defRPr sz="2800">
                <a:latin typeface="Open Sans"/>
                <a:ea typeface="Open Sans"/>
                <a:cs typeface="Open Sans"/>
                <a:sym typeface="Open Sans"/>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p:nvPr/>
        </p:nvSpPr>
        <p:spPr>
          <a:xfrm>
            <a:off x="-8375" y="4417425"/>
            <a:ext cx="9152400" cy="742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txBox="1"/>
          <p:nvPr/>
        </p:nvSpPr>
        <p:spPr>
          <a:xfrm>
            <a:off x="7434625" y="4920900"/>
            <a:ext cx="1718400" cy="1572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000">
                <a:latin typeface="Open Sans"/>
                <a:ea typeface="Open Sans"/>
                <a:cs typeface="Open Sans"/>
                <a:sym typeface="Open Sans"/>
              </a:rPr>
              <a:t>unless otherwise stated</a:t>
            </a:r>
            <a:endParaRPr sz="1000">
              <a:latin typeface="Open Sans"/>
              <a:ea typeface="Open Sans"/>
              <a:cs typeface="Open Sans"/>
              <a:sym typeface="Open Sans"/>
            </a:endParaRPr>
          </a:p>
        </p:txBody>
      </p:sp>
      <p:sp>
        <p:nvSpPr>
          <p:cNvPr id="14" name="Google Shape;14;p2"/>
          <p:cNvSpPr txBox="1">
            <a:spLocks noGrp="1"/>
          </p:cNvSpPr>
          <p:nvPr>
            <p:ph type="subTitle" idx="2"/>
          </p:nvPr>
        </p:nvSpPr>
        <p:spPr>
          <a:xfrm>
            <a:off x="-8375" y="-16747"/>
            <a:ext cx="3424800" cy="376800"/>
          </a:xfrm>
          <a:prstGeom prst="rect">
            <a:avLst/>
          </a:prstGeom>
          <a:solidFill>
            <a:srgbClr val="F47B20"/>
          </a:solidFill>
        </p:spPr>
        <p:txBody>
          <a:bodyPr spcFirstLastPara="1" wrap="square" lIns="91425" tIns="45700" rIns="91425" bIns="45700" anchor="t" anchorCtr="0">
            <a:noAutofit/>
          </a:bodyPr>
          <a:lstStyle>
            <a:lvl1pPr lvl="0">
              <a:spcBef>
                <a:spcPts val="0"/>
              </a:spcBef>
              <a:spcAft>
                <a:spcPts val="0"/>
              </a:spcAft>
              <a:buNone/>
              <a:defRPr b="1">
                <a:solidFill>
                  <a:srgbClr val="FFFFFF"/>
                </a:solidFill>
                <a:latin typeface="Open Sans"/>
                <a:ea typeface="Open Sans"/>
                <a:cs typeface="Open Sans"/>
                <a:sym typeface="Open Sans"/>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a:endParaRPr/>
          </a:p>
        </p:txBody>
      </p:sp>
      <p:pic>
        <p:nvPicPr>
          <p:cNvPr id="15" name="Google Shape;15;p2"/>
          <p:cNvPicPr preferRelativeResize="0"/>
          <p:nvPr/>
        </p:nvPicPr>
        <p:blipFill>
          <a:blip r:embed="rId2">
            <a:alphaModFix/>
          </a:blip>
          <a:stretch>
            <a:fillRect/>
          </a:stretch>
        </p:blipFill>
        <p:spPr>
          <a:xfrm>
            <a:off x="7755350" y="4499250"/>
            <a:ext cx="1076942" cy="376800"/>
          </a:xfrm>
          <a:prstGeom prst="rect">
            <a:avLst/>
          </a:prstGeom>
          <a:noFill/>
          <a:ln>
            <a:noFill/>
          </a:ln>
        </p:spPr>
      </p:pic>
      <p:sp>
        <p:nvSpPr>
          <p:cNvPr id="16" name="Google Shape;16;p2"/>
          <p:cNvSpPr txBox="1"/>
          <p:nvPr/>
        </p:nvSpPr>
        <p:spPr>
          <a:xfrm>
            <a:off x="3341075" y="4499250"/>
            <a:ext cx="2746500" cy="63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latin typeface="Open Sans"/>
                <a:ea typeface="Open Sans"/>
                <a:cs typeface="Open Sans"/>
                <a:sym typeface="Open Sans"/>
              </a:rPr>
              <a:t>Charles University</a:t>
            </a:r>
            <a:endParaRPr sz="1000">
              <a:latin typeface="Open Sans"/>
              <a:ea typeface="Open Sans"/>
              <a:cs typeface="Open Sans"/>
              <a:sym typeface="Open Sans"/>
            </a:endParaRPr>
          </a:p>
          <a:p>
            <a:pPr marL="0" lvl="0" indent="0" algn="l" rtl="0">
              <a:spcBef>
                <a:spcPts val="0"/>
              </a:spcBef>
              <a:spcAft>
                <a:spcPts val="0"/>
              </a:spcAft>
              <a:buNone/>
            </a:pPr>
            <a:r>
              <a:rPr lang="en" sz="1000">
                <a:latin typeface="Open Sans"/>
                <a:ea typeface="Open Sans"/>
                <a:cs typeface="Open Sans"/>
                <a:sym typeface="Open Sans"/>
              </a:rPr>
              <a:t>Faculty of Mathematics and Physics</a:t>
            </a:r>
            <a:endParaRPr sz="1000">
              <a:latin typeface="Open Sans"/>
              <a:ea typeface="Open Sans"/>
              <a:cs typeface="Open Sans"/>
              <a:sym typeface="Open Sans"/>
            </a:endParaRPr>
          </a:p>
          <a:p>
            <a:pPr marL="0" lvl="0" indent="0" algn="l" rtl="0">
              <a:spcBef>
                <a:spcPts val="0"/>
              </a:spcBef>
              <a:spcAft>
                <a:spcPts val="0"/>
              </a:spcAft>
              <a:buNone/>
            </a:pPr>
            <a:r>
              <a:rPr lang="en" sz="1000">
                <a:latin typeface="Open Sans"/>
                <a:ea typeface="Open Sans"/>
                <a:cs typeface="Open Sans"/>
                <a:sym typeface="Open Sans"/>
              </a:rPr>
              <a:t>Institute of Formal and Applied Linguistics</a:t>
            </a:r>
            <a:endParaRPr sz="1000">
              <a:latin typeface="Open Sans"/>
              <a:ea typeface="Open Sans"/>
              <a:cs typeface="Open Sans"/>
              <a:sym typeface="Open Sans"/>
            </a:endParaRPr>
          </a:p>
        </p:txBody>
      </p:sp>
      <p:pic>
        <p:nvPicPr>
          <p:cNvPr id="17" name="Google Shape;17;p2"/>
          <p:cNvPicPr preferRelativeResize="0"/>
          <p:nvPr/>
        </p:nvPicPr>
        <p:blipFill>
          <a:blip r:embed="rId3">
            <a:alphaModFix/>
          </a:blip>
          <a:stretch>
            <a:fillRect/>
          </a:stretch>
        </p:blipFill>
        <p:spPr>
          <a:xfrm>
            <a:off x="82220" y="4417425"/>
            <a:ext cx="973811" cy="742501"/>
          </a:xfrm>
          <a:prstGeom prst="rect">
            <a:avLst/>
          </a:prstGeom>
          <a:noFill/>
          <a:ln>
            <a:noFill/>
          </a:ln>
        </p:spPr>
      </p:pic>
      <p:pic>
        <p:nvPicPr>
          <p:cNvPr id="18" name="Google Shape;18;p2"/>
          <p:cNvPicPr preferRelativeResize="0"/>
          <p:nvPr/>
        </p:nvPicPr>
        <p:blipFill>
          <a:blip r:embed="rId4">
            <a:alphaModFix/>
          </a:blip>
          <a:stretch>
            <a:fillRect/>
          </a:stretch>
        </p:blipFill>
        <p:spPr>
          <a:xfrm>
            <a:off x="1093450" y="4525550"/>
            <a:ext cx="659600" cy="5262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rgbClr val="EFEFEF"/>
        </a:solidFill>
        <a:effectLst/>
      </p:bgPr>
    </p:bg>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729300" y="2226750"/>
            <a:ext cx="7685400" cy="690000"/>
          </a:xfrm>
          <a:prstGeom prst="rect">
            <a:avLst/>
          </a:prstGeom>
          <a:solidFill>
            <a:srgbClr val="F47B20"/>
          </a:solidFill>
        </p:spPr>
        <p:txBody>
          <a:bodyPr spcFirstLastPara="1" wrap="square" lIns="91425" tIns="91425" rIns="91425" bIns="91425" anchor="ctr" anchorCtr="0">
            <a:noAutofit/>
          </a:bodyPr>
          <a:lstStyle>
            <a:lvl1pPr lvl="0" algn="ctr">
              <a:spcBef>
                <a:spcPts val="0"/>
              </a:spcBef>
              <a:spcAft>
                <a:spcPts val="0"/>
              </a:spcAft>
              <a:buClr>
                <a:srgbClr val="FFFFFF"/>
              </a:buClr>
              <a:buSzPts val="2400"/>
              <a:buFont typeface="Open Sans"/>
              <a:buNone/>
              <a:defRPr sz="2400" b="1">
                <a:solidFill>
                  <a:srgbClr val="FFFFFF"/>
                </a:solidFill>
                <a:latin typeface="Open Sans"/>
                <a:ea typeface="Open Sans"/>
                <a:cs typeface="Open Sans"/>
                <a:sym typeface="Open Sans"/>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sp>
        <p:nvSpPr>
          <p:cNvPr id="22" name="Google Shape;22;p4"/>
          <p:cNvSpPr txBox="1">
            <a:spLocks noGrp="1"/>
          </p:cNvSpPr>
          <p:nvPr>
            <p:ph type="body" idx="1"/>
          </p:nvPr>
        </p:nvSpPr>
        <p:spPr>
          <a:xfrm>
            <a:off x="345200" y="623275"/>
            <a:ext cx="8520600" cy="41163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Clr>
                <a:srgbClr val="000000"/>
              </a:buClr>
              <a:buSzPts val="1800"/>
              <a:buFont typeface="Open Sans"/>
              <a:buChar char="●"/>
              <a:defRPr>
                <a:solidFill>
                  <a:srgbClr val="000000"/>
                </a:solidFill>
                <a:latin typeface="Open Sans"/>
                <a:ea typeface="Open Sans"/>
                <a:cs typeface="Open Sans"/>
                <a:sym typeface="Open Sans"/>
              </a:defRPr>
            </a:lvl1pPr>
            <a:lvl2pPr marL="914400" lvl="1" indent="-317500">
              <a:spcBef>
                <a:spcPts val="1600"/>
              </a:spcBef>
              <a:spcAft>
                <a:spcPts val="0"/>
              </a:spcAft>
              <a:buClr>
                <a:srgbClr val="000000"/>
              </a:buClr>
              <a:buSzPts val="1400"/>
              <a:buFont typeface="Open Sans"/>
              <a:buChar char="○"/>
              <a:defRPr>
                <a:solidFill>
                  <a:srgbClr val="000000"/>
                </a:solidFill>
                <a:latin typeface="Open Sans"/>
                <a:ea typeface="Open Sans"/>
                <a:cs typeface="Open Sans"/>
                <a:sym typeface="Open Sans"/>
              </a:defRPr>
            </a:lvl2pPr>
            <a:lvl3pPr marL="1371600" lvl="2" indent="-317500">
              <a:spcBef>
                <a:spcPts val="1600"/>
              </a:spcBef>
              <a:spcAft>
                <a:spcPts val="0"/>
              </a:spcAft>
              <a:buClr>
                <a:srgbClr val="000000"/>
              </a:buClr>
              <a:buSzPts val="1400"/>
              <a:buFont typeface="Open Sans"/>
              <a:buChar char="■"/>
              <a:defRPr>
                <a:solidFill>
                  <a:srgbClr val="000000"/>
                </a:solidFill>
                <a:latin typeface="Open Sans"/>
                <a:ea typeface="Open Sans"/>
                <a:cs typeface="Open Sans"/>
                <a:sym typeface="Open Sans"/>
              </a:defRPr>
            </a:lvl3pPr>
            <a:lvl4pPr marL="1828800" lvl="3" indent="-317500">
              <a:spcBef>
                <a:spcPts val="1600"/>
              </a:spcBef>
              <a:spcAft>
                <a:spcPts val="0"/>
              </a:spcAft>
              <a:buClr>
                <a:srgbClr val="000000"/>
              </a:buClr>
              <a:buSzPts val="1400"/>
              <a:buFont typeface="Open Sans"/>
              <a:buChar char="●"/>
              <a:defRPr>
                <a:solidFill>
                  <a:srgbClr val="000000"/>
                </a:solidFill>
                <a:latin typeface="Open Sans"/>
                <a:ea typeface="Open Sans"/>
                <a:cs typeface="Open Sans"/>
                <a:sym typeface="Open Sans"/>
              </a:defRPr>
            </a:lvl4pPr>
            <a:lvl5pPr marL="2286000" lvl="4" indent="-317500">
              <a:spcBef>
                <a:spcPts val="1600"/>
              </a:spcBef>
              <a:spcAft>
                <a:spcPts val="0"/>
              </a:spcAft>
              <a:buClr>
                <a:srgbClr val="000000"/>
              </a:buClr>
              <a:buSzPts val="1400"/>
              <a:buFont typeface="Open Sans"/>
              <a:buChar char="○"/>
              <a:defRPr>
                <a:solidFill>
                  <a:srgbClr val="000000"/>
                </a:solidFill>
                <a:latin typeface="Open Sans"/>
                <a:ea typeface="Open Sans"/>
                <a:cs typeface="Open Sans"/>
                <a:sym typeface="Open Sans"/>
              </a:defRPr>
            </a:lvl5pPr>
            <a:lvl6pPr marL="2743200" lvl="5" indent="-317500">
              <a:spcBef>
                <a:spcPts val="1600"/>
              </a:spcBef>
              <a:spcAft>
                <a:spcPts val="0"/>
              </a:spcAft>
              <a:buClr>
                <a:srgbClr val="000000"/>
              </a:buClr>
              <a:buSzPts val="1400"/>
              <a:buFont typeface="Open Sans"/>
              <a:buChar char="■"/>
              <a:defRPr>
                <a:solidFill>
                  <a:srgbClr val="000000"/>
                </a:solidFill>
                <a:latin typeface="Open Sans"/>
                <a:ea typeface="Open Sans"/>
                <a:cs typeface="Open Sans"/>
                <a:sym typeface="Open Sans"/>
              </a:defRPr>
            </a:lvl6pPr>
            <a:lvl7pPr marL="3200400" lvl="6" indent="-317500">
              <a:spcBef>
                <a:spcPts val="1600"/>
              </a:spcBef>
              <a:spcAft>
                <a:spcPts val="0"/>
              </a:spcAft>
              <a:buClr>
                <a:srgbClr val="000000"/>
              </a:buClr>
              <a:buSzPts val="1400"/>
              <a:buFont typeface="Open Sans"/>
              <a:buChar char="●"/>
              <a:defRPr>
                <a:solidFill>
                  <a:srgbClr val="000000"/>
                </a:solidFill>
                <a:latin typeface="Open Sans"/>
                <a:ea typeface="Open Sans"/>
                <a:cs typeface="Open Sans"/>
                <a:sym typeface="Open Sans"/>
              </a:defRPr>
            </a:lvl7pPr>
            <a:lvl8pPr marL="3657600" lvl="7" indent="-317500">
              <a:spcBef>
                <a:spcPts val="1600"/>
              </a:spcBef>
              <a:spcAft>
                <a:spcPts val="0"/>
              </a:spcAft>
              <a:buClr>
                <a:srgbClr val="000000"/>
              </a:buClr>
              <a:buSzPts val="1400"/>
              <a:buFont typeface="Open Sans"/>
              <a:buChar char="○"/>
              <a:defRPr>
                <a:solidFill>
                  <a:srgbClr val="000000"/>
                </a:solidFill>
                <a:latin typeface="Open Sans"/>
                <a:ea typeface="Open Sans"/>
                <a:cs typeface="Open Sans"/>
                <a:sym typeface="Open Sans"/>
              </a:defRPr>
            </a:lvl8pPr>
            <a:lvl9pPr marL="4114800" lvl="8" indent="-317500">
              <a:spcBef>
                <a:spcPts val="1600"/>
              </a:spcBef>
              <a:spcAft>
                <a:spcPts val="1600"/>
              </a:spcAft>
              <a:buClr>
                <a:srgbClr val="000000"/>
              </a:buClr>
              <a:buSzPts val="1400"/>
              <a:buFont typeface="Open Sans"/>
              <a:buChar char="■"/>
              <a:defRPr>
                <a:solidFill>
                  <a:srgbClr val="000000"/>
                </a:solidFill>
                <a:latin typeface="Open Sans"/>
                <a:ea typeface="Open Sans"/>
                <a:cs typeface="Open Sans"/>
                <a:sym typeface="Open Sans"/>
              </a:defRPr>
            </a:lvl9pPr>
          </a:lstStyle>
          <a:p>
            <a:endParaRPr/>
          </a:p>
        </p:txBody>
      </p:sp>
      <p:sp>
        <p:nvSpPr>
          <p:cNvPr id="23" name="Google Shape;23;p4"/>
          <p:cNvSpPr txBox="1">
            <a:spLocks noGrp="1"/>
          </p:cNvSpPr>
          <p:nvPr>
            <p:ph type="sldNum" idx="12"/>
          </p:nvPr>
        </p:nvSpPr>
        <p:spPr>
          <a:xfrm>
            <a:off x="8595300" y="4920297"/>
            <a:ext cx="548700" cy="223200"/>
          </a:xfrm>
          <a:prstGeom prst="rect">
            <a:avLst/>
          </a:prstGeom>
        </p:spPr>
        <p:txBody>
          <a:bodyPr spcFirstLastPara="1" wrap="square" lIns="91425" tIns="45700" rIns="91425" bIns="45700" anchor="ctr" anchorCtr="0">
            <a:noAutofit/>
          </a:bodyPr>
          <a:lstStyle>
            <a:lvl1pPr lvl="0">
              <a:buNone/>
              <a:defRPr>
                <a:solidFill>
                  <a:srgbClr val="000000"/>
                </a:solidFill>
                <a:latin typeface="Open Sans"/>
                <a:ea typeface="Open Sans"/>
                <a:cs typeface="Open Sans"/>
                <a:sym typeface="Open Sans"/>
              </a:defRPr>
            </a:lvl1pPr>
            <a:lvl2pPr lvl="1">
              <a:buNone/>
              <a:defRPr>
                <a:solidFill>
                  <a:srgbClr val="000000"/>
                </a:solidFill>
                <a:latin typeface="Open Sans"/>
                <a:ea typeface="Open Sans"/>
                <a:cs typeface="Open Sans"/>
                <a:sym typeface="Open Sans"/>
              </a:defRPr>
            </a:lvl2pPr>
            <a:lvl3pPr lvl="2">
              <a:buNone/>
              <a:defRPr>
                <a:solidFill>
                  <a:srgbClr val="000000"/>
                </a:solidFill>
                <a:latin typeface="Open Sans"/>
                <a:ea typeface="Open Sans"/>
                <a:cs typeface="Open Sans"/>
                <a:sym typeface="Open Sans"/>
              </a:defRPr>
            </a:lvl3pPr>
            <a:lvl4pPr lvl="3">
              <a:buNone/>
              <a:defRPr>
                <a:solidFill>
                  <a:srgbClr val="000000"/>
                </a:solidFill>
                <a:latin typeface="Open Sans"/>
                <a:ea typeface="Open Sans"/>
                <a:cs typeface="Open Sans"/>
                <a:sym typeface="Open Sans"/>
              </a:defRPr>
            </a:lvl4pPr>
            <a:lvl5pPr lvl="4">
              <a:buNone/>
              <a:defRPr>
                <a:solidFill>
                  <a:srgbClr val="000000"/>
                </a:solidFill>
                <a:latin typeface="Open Sans"/>
                <a:ea typeface="Open Sans"/>
                <a:cs typeface="Open Sans"/>
                <a:sym typeface="Open Sans"/>
              </a:defRPr>
            </a:lvl5pPr>
            <a:lvl6pPr lvl="5">
              <a:buNone/>
              <a:defRPr>
                <a:solidFill>
                  <a:srgbClr val="000000"/>
                </a:solidFill>
                <a:latin typeface="Open Sans"/>
                <a:ea typeface="Open Sans"/>
                <a:cs typeface="Open Sans"/>
                <a:sym typeface="Open Sans"/>
              </a:defRPr>
            </a:lvl6pPr>
            <a:lvl7pPr lvl="6">
              <a:buNone/>
              <a:defRPr>
                <a:solidFill>
                  <a:srgbClr val="000000"/>
                </a:solidFill>
                <a:latin typeface="Open Sans"/>
                <a:ea typeface="Open Sans"/>
                <a:cs typeface="Open Sans"/>
                <a:sym typeface="Open Sans"/>
              </a:defRPr>
            </a:lvl7pPr>
            <a:lvl8pPr lvl="7">
              <a:buNone/>
              <a:defRPr>
                <a:solidFill>
                  <a:srgbClr val="000000"/>
                </a:solidFill>
                <a:latin typeface="Open Sans"/>
                <a:ea typeface="Open Sans"/>
                <a:cs typeface="Open Sans"/>
                <a:sym typeface="Open Sans"/>
              </a:defRPr>
            </a:lvl8pPr>
            <a:lvl9pPr lvl="8">
              <a:buNone/>
              <a:defRPr>
                <a:solidFill>
                  <a:srgbClr val="000000"/>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
        <p:nvSpPr>
          <p:cNvPr id="24" name="Google Shape;24;p4"/>
          <p:cNvSpPr txBox="1">
            <a:spLocks noGrp="1"/>
          </p:cNvSpPr>
          <p:nvPr>
            <p:ph type="subTitle" idx="2"/>
          </p:nvPr>
        </p:nvSpPr>
        <p:spPr>
          <a:xfrm>
            <a:off x="-8374" y="4928674"/>
            <a:ext cx="2386500" cy="223200"/>
          </a:xfrm>
          <a:prstGeom prst="rect">
            <a:avLst/>
          </a:prstGeom>
          <a:solidFill>
            <a:srgbClr val="F47B20"/>
          </a:solidFill>
        </p:spPr>
        <p:txBody>
          <a:bodyPr spcFirstLastPara="1" wrap="square" lIns="91425" tIns="27425" rIns="91425" bIns="9125" anchor="t" anchorCtr="0">
            <a:noAutofit/>
          </a:bodyPr>
          <a:lstStyle>
            <a:lvl1pPr lvl="0">
              <a:spcBef>
                <a:spcPts val="0"/>
              </a:spcBef>
              <a:spcAft>
                <a:spcPts val="0"/>
              </a:spcAft>
              <a:buNone/>
              <a:defRPr sz="1000" b="1">
                <a:solidFill>
                  <a:srgbClr val="FFFFFF"/>
                </a:solidFill>
                <a:latin typeface="Open Sans"/>
                <a:ea typeface="Open Sans"/>
                <a:cs typeface="Open Sans"/>
                <a:sym typeface="Open Sans"/>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a:endParaRPr/>
          </a:p>
        </p:txBody>
      </p:sp>
      <p:sp>
        <p:nvSpPr>
          <p:cNvPr id="25" name="Google Shape;25;p4"/>
          <p:cNvSpPr txBox="1">
            <a:spLocks noGrp="1"/>
          </p:cNvSpPr>
          <p:nvPr>
            <p:ph type="title"/>
          </p:nvPr>
        </p:nvSpPr>
        <p:spPr>
          <a:xfrm>
            <a:off x="0" y="0"/>
            <a:ext cx="9144000" cy="505800"/>
          </a:xfrm>
          <a:prstGeom prst="rect">
            <a:avLst/>
          </a:prstGeom>
          <a:solidFill>
            <a:srgbClr val="EFEFEF"/>
          </a:solidFill>
        </p:spPr>
        <p:txBody>
          <a:bodyPr spcFirstLastPara="1" wrap="square" lIns="91425" tIns="91425" rIns="91425" bIns="91425" anchor="t" anchorCtr="0">
            <a:noAutofit/>
          </a:bodyPr>
          <a:lstStyle>
            <a:lvl1pPr lvl="0" rtl="0">
              <a:spcBef>
                <a:spcPts val="0"/>
              </a:spcBef>
              <a:spcAft>
                <a:spcPts val="0"/>
              </a:spcAft>
              <a:buClr>
                <a:srgbClr val="F47B20"/>
              </a:buClr>
              <a:buSzPts val="2400"/>
              <a:buFont typeface="Open Sans"/>
              <a:buNone/>
              <a:defRPr sz="2400" b="1">
                <a:solidFill>
                  <a:srgbClr val="F47B20"/>
                </a:solidFill>
                <a:latin typeface="Open Sans"/>
                <a:ea typeface="Open Sans"/>
                <a:cs typeface="Open Sans"/>
                <a:sym typeface="Open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Font typeface="Open Sans"/>
              <a:buChar char="●"/>
              <a:defRPr sz="1400">
                <a:latin typeface="Open Sans"/>
                <a:ea typeface="Open Sans"/>
                <a:cs typeface="Open Sans"/>
                <a:sym typeface="Open Sans"/>
              </a:defRPr>
            </a:lvl1pPr>
            <a:lvl2pPr marL="914400" lvl="1" indent="-304800">
              <a:spcBef>
                <a:spcPts val="1600"/>
              </a:spcBef>
              <a:spcAft>
                <a:spcPts val="0"/>
              </a:spcAft>
              <a:buSzPts val="1200"/>
              <a:buFont typeface="Open Sans"/>
              <a:buChar char="○"/>
              <a:defRPr sz="1200">
                <a:latin typeface="Open Sans"/>
                <a:ea typeface="Open Sans"/>
                <a:cs typeface="Open Sans"/>
                <a:sym typeface="Open Sans"/>
              </a:defRPr>
            </a:lvl2pPr>
            <a:lvl3pPr marL="1371600" lvl="2" indent="-304800">
              <a:spcBef>
                <a:spcPts val="1600"/>
              </a:spcBef>
              <a:spcAft>
                <a:spcPts val="0"/>
              </a:spcAft>
              <a:buSzPts val="1200"/>
              <a:buFont typeface="Open Sans"/>
              <a:buChar char="■"/>
              <a:defRPr sz="1200">
                <a:latin typeface="Open Sans"/>
                <a:ea typeface="Open Sans"/>
                <a:cs typeface="Open Sans"/>
                <a:sym typeface="Open Sans"/>
              </a:defRPr>
            </a:lvl3pPr>
            <a:lvl4pPr marL="1828800" lvl="3" indent="-304800">
              <a:spcBef>
                <a:spcPts val="1600"/>
              </a:spcBef>
              <a:spcAft>
                <a:spcPts val="0"/>
              </a:spcAft>
              <a:buSzPts val="1200"/>
              <a:buFont typeface="Open Sans"/>
              <a:buChar char="●"/>
              <a:defRPr sz="1200">
                <a:latin typeface="Open Sans"/>
                <a:ea typeface="Open Sans"/>
                <a:cs typeface="Open Sans"/>
                <a:sym typeface="Open Sans"/>
              </a:defRPr>
            </a:lvl4pPr>
            <a:lvl5pPr marL="2286000" lvl="4" indent="-304800">
              <a:spcBef>
                <a:spcPts val="1600"/>
              </a:spcBef>
              <a:spcAft>
                <a:spcPts val="0"/>
              </a:spcAft>
              <a:buSzPts val="1200"/>
              <a:buFont typeface="Open Sans"/>
              <a:buChar char="○"/>
              <a:defRPr sz="1200">
                <a:latin typeface="Open Sans"/>
                <a:ea typeface="Open Sans"/>
                <a:cs typeface="Open Sans"/>
                <a:sym typeface="Open Sans"/>
              </a:defRPr>
            </a:lvl5pPr>
            <a:lvl6pPr marL="2743200" lvl="5" indent="-304800">
              <a:spcBef>
                <a:spcPts val="1600"/>
              </a:spcBef>
              <a:spcAft>
                <a:spcPts val="0"/>
              </a:spcAft>
              <a:buSzPts val="1200"/>
              <a:buFont typeface="Open Sans"/>
              <a:buChar char="■"/>
              <a:defRPr sz="1200">
                <a:latin typeface="Open Sans"/>
                <a:ea typeface="Open Sans"/>
                <a:cs typeface="Open Sans"/>
                <a:sym typeface="Open Sans"/>
              </a:defRPr>
            </a:lvl6pPr>
            <a:lvl7pPr marL="3200400" lvl="6" indent="-304800">
              <a:spcBef>
                <a:spcPts val="1600"/>
              </a:spcBef>
              <a:spcAft>
                <a:spcPts val="0"/>
              </a:spcAft>
              <a:buSzPts val="1200"/>
              <a:buFont typeface="Open Sans"/>
              <a:buChar char="●"/>
              <a:defRPr sz="1200">
                <a:latin typeface="Open Sans"/>
                <a:ea typeface="Open Sans"/>
                <a:cs typeface="Open Sans"/>
                <a:sym typeface="Open Sans"/>
              </a:defRPr>
            </a:lvl7pPr>
            <a:lvl8pPr marL="3657600" lvl="7" indent="-304800">
              <a:spcBef>
                <a:spcPts val="1600"/>
              </a:spcBef>
              <a:spcAft>
                <a:spcPts val="0"/>
              </a:spcAft>
              <a:buSzPts val="1200"/>
              <a:buFont typeface="Open Sans"/>
              <a:buChar char="○"/>
              <a:defRPr sz="1200">
                <a:latin typeface="Open Sans"/>
                <a:ea typeface="Open Sans"/>
                <a:cs typeface="Open Sans"/>
                <a:sym typeface="Open Sans"/>
              </a:defRPr>
            </a:lvl8pPr>
            <a:lvl9pPr marL="4114800" lvl="8" indent="-304800">
              <a:spcBef>
                <a:spcPts val="1600"/>
              </a:spcBef>
              <a:spcAft>
                <a:spcPts val="1600"/>
              </a:spcAft>
              <a:buSzPts val="1200"/>
              <a:buFont typeface="Open Sans"/>
              <a:buChar char="■"/>
              <a:defRPr sz="1200">
                <a:latin typeface="Open Sans"/>
                <a:ea typeface="Open Sans"/>
                <a:cs typeface="Open Sans"/>
                <a:sym typeface="Open Sans"/>
              </a:defRPr>
            </a:lvl9pPr>
          </a:lstStyle>
          <a:p>
            <a:endParaRPr/>
          </a:p>
        </p:txBody>
      </p:sp>
      <p:sp>
        <p:nvSpPr>
          <p:cNvPr id="28" name="Google Shape;28;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Font typeface="Open Sans"/>
              <a:buChar char="●"/>
              <a:defRPr sz="1400">
                <a:latin typeface="Open Sans"/>
                <a:ea typeface="Open Sans"/>
                <a:cs typeface="Open Sans"/>
                <a:sym typeface="Open Sans"/>
              </a:defRPr>
            </a:lvl1pPr>
            <a:lvl2pPr marL="914400" lvl="1" indent="-304800">
              <a:spcBef>
                <a:spcPts val="1600"/>
              </a:spcBef>
              <a:spcAft>
                <a:spcPts val="0"/>
              </a:spcAft>
              <a:buSzPts val="1200"/>
              <a:buFont typeface="Open Sans"/>
              <a:buChar char="○"/>
              <a:defRPr sz="1200">
                <a:latin typeface="Open Sans"/>
                <a:ea typeface="Open Sans"/>
                <a:cs typeface="Open Sans"/>
                <a:sym typeface="Open Sans"/>
              </a:defRPr>
            </a:lvl2pPr>
            <a:lvl3pPr marL="1371600" lvl="2" indent="-304800">
              <a:spcBef>
                <a:spcPts val="1600"/>
              </a:spcBef>
              <a:spcAft>
                <a:spcPts val="0"/>
              </a:spcAft>
              <a:buSzPts val="1200"/>
              <a:buFont typeface="Open Sans"/>
              <a:buChar char="■"/>
              <a:defRPr sz="1200">
                <a:latin typeface="Open Sans"/>
                <a:ea typeface="Open Sans"/>
                <a:cs typeface="Open Sans"/>
                <a:sym typeface="Open Sans"/>
              </a:defRPr>
            </a:lvl3pPr>
            <a:lvl4pPr marL="1828800" lvl="3" indent="-304800">
              <a:spcBef>
                <a:spcPts val="1600"/>
              </a:spcBef>
              <a:spcAft>
                <a:spcPts val="0"/>
              </a:spcAft>
              <a:buSzPts val="1200"/>
              <a:buFont typeface="Open Sans"/>
              <a:buChar char="●"/>
              <a:defRPr sz="1200">
                <a:latin typeface="Open Sans"/>
                <a:ea typeface="Open Sans"/>
                <a:cs typeface="Open Sans"/>
                <a:sym typeface="Open Sans"/>
              </a:defRPr>
            </a:lvl4pPr>
            <a:lvl5pPr marL="2286000" lvl="4" indent="-304800">
              <a:spcBef>
                <a:spcPts val="1600"/>
              </a:spcBef>
              <a:spcAft>
                <a:spcPts val="0"/>
              </a:spcAft>
              <a:buSzPts val="1200"/>
              <a:buFont typeface="Open Sans"/>
              <a:buChar char="○"/>
              <a:defRPr sz="1200">
                <a:latin typeface="Open Sans"/>
                <a:ea typeface="Open Sans"/>
                <a:cs typeface="Open Sans"/>
                <a:sym typeface="Open Sans"/>
              </a:defRPr>
            </a:lvl5pPr>
            <a:lvl6pPr marL="2743200" lvl="5" indent="-304800">
              <a:spcBef>
                <a:spcPts val="1600"/>
              </a:spcBef>
              <a:spcAft>
                <a:spcPts val="0"/>
              </a:spcAft>
              <a:buSzPts val="1200"/>
              <a:buFont typeface="Open Sans"/>
              <a:buChar char="■"/>
              <a:defRPr sz="1200">
                <a:latin typeface="Open Sans"/>
                <a:ea typeface="Open Sans"/>
                <a:cs typeface="Open Sans"/>
                <a:sym typeface="Open Sans"/>
              </a:defRPr>
            </a:lvl6pPr>
            <a:lvl7pPr marL="3200400" lvl="6" indent="-304800">
              <a:spcBef>
                <a:spcPts val="1600"/>
              </a:spcBef>
              <a:spcAft>
                <a:spcPts val="0"/>
              </a:spcAft>
              <a:buSzPts val="1200"/>
              <a:buFont typeface="Open Sans"/>
              <a:buChar char="●"/>
              <a:defRPr sz="1200">
                <a:latin typeface="Open Sans"/>
                <a:ea typeface="Open Sans"/>
                <a:cs typeface="Open Sans"/>
                <a:sym typeface="Open Sans"/>
              </a:defRPr>
            </a:lvl7pPr>
            <a:lvl8pPr marL="3657600" lvl="7" indent="-304800">
              <a:spcBef>
                <a:spcPts val="1600"/>
              </a:spcBef>
              <a:spcAft>
                <a:spcPts val="0"/>
              </a:spcAft>
              <a:buSzPts val="1200"/>
              <a:buFont typeface="Open Sans"/>
              <a:buChar char="○"/>
              <a:defRPr sz="1200">
                <a:latin typeface="Open Sans"/>
                <a:ea typeface="Open Sans"/>
                <a:cs typeface="Open Sans"/>
                <a:sym typeface="Open Sans"/>
              </a:defRPr>
            </a:lvl8pPr>
            <a:lvl9pPr marL="4114800" lvl="8" indent="-304800">
              <a:spcBef>
                <a:spcPts val="1600"/>
              </a:spcBef>
              <a:spcAft>
                <a:spcPts val="1600"/>
              </a:spcAft>
              <a:buSzPts val="1200"/>
              <a:buFont typeface="Open Sans"/>
              <a:buChar char="■"/>
              <a:defRPr sz="1200">
                <a:latin typeface="Open Sans"/>
                <a:ea typeface="Open Sans"/>
                <a:cs typeface="Open Sans"/>
                <a:sym typeface="Open Sans"/>
              </a:defRPr>
            </a:lvl9pPr>
          </a:lstStyle>
          <a:p>
            <a:endParaRPr/>
          </a:p>
        </p:txBody>
      </p:sp>
      <p:sp>
        <p:nvSpPr>
          <p:cNvPr id="29" name="Google Shape;29;p5"/>
          <p:cNvSpPr txBox="1">
            <a:spLocks noGrp="1"/>
          </p:cNvSpPr>
          <p:nvPr>
            <p:ph type="sldNum" idx="12"/>
          </p:nvPr>
        </p:nvSpPr>
        <p:spPr>
          <a:xfrm>
            <a:off x="8595300" y="4920297"/>
            <a:ext cx="548700" cy="223200"/>
          </a:xfrm>
          <a:prstGeom prst="rect">
            <a:avLst/>
          </a:prstGeom>
        </p:spPr>
        <p:txBody>
          <a:bodyPr spcFirstLastPara="1" wrap="square" lIns="91425" tIns="45700" rIns="91425" bIns="45700" anchor="ctr" anchorCtr="0">
            <a:noAutofit/>
          </a:bodyPr>
          <a:lstStyle>
            <a:lvl1pPr lvl="0" rtl="0">
              <a:buNone/>
              <a:defRPr>
                <a:solidFill>
                  <a:srgbClr val="000000"/>
                </a:solidFill>
                <a:latin typeface="Open Sans"/>
                <a:ea typeface="Open Sans"/>
                <a:cs typeface="Open Sans"/>
                <a:sym typeface="Open Sans"/>
              </a:defRPr>
            </a:lvl1pPr>
            <a:lvl2pPr lvl="1" rtl="0">
              <a:buNone/>
              <a:defRPr>
                <a:solidFill>
                  <a:srgbClr val="000000"/>
                </a:solidFill>
                <a:latin typeface="Open Sans"/>
                <a:ea typeface="Open Sans"/>
                <a:cs typeface="Open Sans"/>
                <a:sym typeface="Open Sans"/>
              </a:defRPr>
            </a:lvl2pPr>
            <a:lvl3pPr lvl="2" rtl="0">
              <a:buNone/>
              <a:defRPr>
                <a:solidFill>
                  <a:srgbClr val="000000"/>
                </a:solidFill>
                <a:latin typeface="Open Sans"/>
                <a:ea typeface="Open Sans"/>
                <a:cs typeface="Open Sans"/>
                <a:sym typeface="Open Sans"/>
              </a:defRPr>
            </a:lvl3pPr>
            <a:lvl4pPr lvl="3" rtl="0">
              <a:buNone/>
              <a:defRPr>
                <a:solidFill>
                  <a:srgbClr val="000000"/>
                </a:solidFill>
                <a:latin typeface="Open Sans"/>
                <a:ea typeface="Open Sans"/>
                <a:cs typeface="Open Sans"/>
                <a:sym typeface="Open Sans"/>
              </a:defRPr>
            </a:lvl4pPr>
            <a:lvl5pPr lvl="4" rtl="0">
              <a:buNone/>
              <a:defRPr>
                <a:solidFill>
                  <a:srgbClr val="000000"/>
                </a:solidFill>
                <a:latin typeface="Open Sans"/>
                <a:ea typeface="Open Sans"/>
                <a:cs typeface="Open Sans"/>
                <a:sym typeface="Open Sans"/>
              </a:defRPr>
            </a:lvl5pPr>
            <a:lvl6pPr lvl="5" rtl="0">
              <a:buNone/>
              <a:defRPr>
                <a:solidFill>
                  <a:srgbClr val="000000"/>
                </a:solidFill>
                <a:latin typeface="Open Sans"/>
                <a:ea typeface="Open Sans"/>
                <a:cs typeface="Open Sans"/>
                <a:sym typeface="Open Sans"/>
              </a:defRPr>
            </a:lvl6pPr>
            <a:lvl7pPr lvl="6" rtl="0">
              <a:buNone/>
              <a:defRPr>
                <a:solidFill>
                  <a:srgbClr val="000000"/>
                </a:solidFill>
                <a:latin typeface="Open Sans"/>
                <a:ea typeface="Open Sans"/>
                <a:cs typeface="Open Sans"/>
                <a:sym typeface="Open Sans"/>
              </a:defRPr>
            </a:lvl7pPr>
            <a:lvl8pPr lvl="7" rtl="0">
              <a:buNone/>
              <a:defRPr>
                <a:solidFill>
                  <a:srgbClr val="000000"/>
                </a:solidFill>
                <a:latin typeface="Open Sans"/>
                <a:ea typeface="Open Sans"/>
                <a:cs typeface="Open Sans"/>
                <a:sym typeface="Open Sans"/>
              </a:defRPr>
            </a:lvl8pPr>
            <a:lvl9pPr lvl="8" rtl="0">
              <a:buNone/>
              <a:defRPr>
                <a:solidFill>
                  <a:srgbClr val="000000"/>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
        <p:nvSpPr>
          <p:cNvPr id="30" name="Google Shape;30;p5"/>
          <p:cNvSpPr txBox="1">
            <a:spLocks noGrp="1"/>
          </p:cNvSpPr>
          <p:nvPr>
            <p:ph type="subTitle" idx="3"/>
          </p:nvPr>
        </p:nvSpPr>
        <p:spPr>
          <a:xfrm>
            <a:off x="0" y="4920300"/>
            <a:ext cx="2386500" cy="223200"/>
          </a:xfrm>
          <a:prstGeom prst="rect">
            <a:avLst/>
          </a:prstGeom>
          <a:solidFill>
            <a:srgbClr val="F47B20"/>
          </a:solidFill>
          <a:effectLst>
            <a:outerShdw blurRad="57150" dist="19050" dir="5400000" algn="bl" rotWithShape="0">
              <a:srgbClr val="000000">
                <a:alpha val="50000"/>
              </a:srgbClr>
            </a:outerShdw>
          </a:effectLst>
        </p:spPr>
        <p:txBody>
          <a:bodyPr spcFirstLastPara="1" wrap="square" lIns="91425" tIns="27425" rIns="91425" bIns="9125" anchor="t" anchorCtr="0">
            <a:noAutofit/>
          </a:bodyPr>
          <a:lstStyle>
            <a:lvl1pPr lvl="0" rtl="0">
              <a:spcBef>
                <a:spcPts val="0"/>
              </a:spcBef>
              <a:spcAft>
                <a:spcPts val="0"/>
              </a:spcAft>
              <a:buNone/>
              <a:defRPr sz="1000" b="1">
                <a:solidFill>
                  <a:srgbClr val="FFFFFF"/>
                </a:solidFill>
                <a:latin typeface="Open Sans"/>
                <a:ea typeface="Open Sans"/>
                <a:cs typeface="Open Sans"/>
                <a:sym typeface="Open Sans"/>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sp>
        <p:nvSpPr>
          <p:cNvPr id="31" name="Google Shape;31;p5"/>
          <p:cNvSpPr txBox="1">
            <a:spLocks noGrp="1"/>
          </p:cNvSpPr>
          <p:nvPr>
            <p:ph type="title"/>
          </p:nvPr>
        </p:nvSpPr>
        <p:spPr>
          <a:xfrm>
            <a:off x="0" y="0"/>
            <a:ext cx="9144000" cy="505800"/>
          </a:xfrm>
          <a:prstGeom prst="rect">
            <a:avLst/>
          </a:prstGeom>
          <a:solidFill>
            <a:srgbClr val="EFEFEF"/>
          </a:solidFill>
        </p:spPr>
        <p:txBody>
          <a:bodyPr spcFirstLastPara="1" wrap="square" lIns="91425" tIns="91425" rIns="91425" bIns="91425" anchor="t" anchorCtr="0">
            <a:noAutofit/>
          </a:bodyPr>
          <a:lstStyle>
            <a:lvl1pPr lvl="0" rtl="0">
              <a:spcBef>
                <a:spcPts val="0"/>
              </a:spcBef>
              <a:spcAft>
                <a:spcPts val="0"/>
              </a:spcAft>
              <a:buClr>
                <a:srgbClr val="F47B20"/>
              </a:buClr>
              <a:buSzPts val="2400"/>
              <a:buFont typeface="Open Sans"/>
              <a:buNone/>
              <a:defRPr sz="2400" b="1">
                <a:solidFill>
                  <a:srgbClr val="F47B20"/>
                </a:solidFill>
                <a:latin typeface="Open Sans"/>
                <a:ea typeface="Open Sans"/>
                <a:cs typeface="Open Sans"/>
                <a:sym typeface="Open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6"/>
          <p:cNvSpPr txBox="1">
            <a:spLocks noGrp="1"/>
          </p:cNvSpPr>
          <p:nvPr>
            <p:ph type="sldNum" idx="12"/>
          </p:nvPr>
        </p:nvSpPr>
        <p:spPr>
          <a:xfrm>
            <a:off x="8595300" y="4920297"/>
            <a:ext cx="548700" cy="223200"/>
          </a:xfrm>
          <a:prstGeom prst="rect">
            <a:avLst/>
          </a:prstGeom>
        </p:spPr>
        <p:txBody>
          <a:bodyPr spcFirstLastPara="1" wrap="square" lIns="91425" tIns="45700" rIns="91425" bIns="45700" anchor="ctr" anchorCtr="0">
            <a:noAutofit/>
          </a:bodyPr>
          <a:lstStyle>
            <a:lvl1pPr lvl="0" rtl="0">
              <a:buNone/>
              <a:defRPr>
                <a:solidFill>
                  <a:srgbClr val="000000"/>
                </a:solidFill>
                <a:latin typeface="Open Sans"/>
                <a:ea typeface="Open Sans"/>
                <a:cs typeface="Open Sans"/>
                <a:sym typeface="Open Sans"/>
              </a:defRPr>
            </a:lvl1pPr>
            <a:lvl2pPr lvl="1" rtl="0">
              <a:buNone/>
              <a:defRPr>
                <a:solidFill>
                  <a:srgbClr val="000000"/>
                </a:solidFill>
                <a:latin typeface="Open Sans"/>
                <a:ea typeface="Open Sans"/>
                <a:cs typeface="Open Sans"/>
                <a:sym typeface="Open Sans"/>
              </a:defRPr>
            </a:lvl2pPr>
            <a:lvl3pPr lvl="2" rtl="0">
              <a:buNone/>
              <a:defRPr>
                <a:solidFill>
                  <a:srgbClr val="000000"/>
                </a:solidFill>
                <a:latin typeface="Open Sans"/>
                <a:ea typeface="Open Sans"/>
                <a:cs typeface="Open Sans"/>
                <a:sym typeface="Open Sans"/>
              </a:defRPr>
            </a:lvl3pPr>
            <a:lvl4pPr lvl="3" rtl="0">
              <a:buNone/>
              <a:defRPr>
                <a:solidFill>
                  <a:srgbClr val="000000"/>
                </a:solidFill>
                <a:latin typeface="Open Sans"/>
                <a:ea typeface="Open Sans"/>
                <a:cs typeface="Open Sans"/>
                <a:sym typeface="Open Sans"/>
              </a:defRPr>
            </a:lvl4pPr>
            <a:lvl5pPr lvl="4" rtl="0">
              <a:buNone/>
              <a:defRPr>
                <a:solidFill>
                  <a:srgbClr val="000000"/>
                </a:solidFill>
                <a:latin typeface="Open Sans"/>
                <a:ea typeface="Open Sans"/>
                <a:cs typeface="Open Sans"/>
                <a:sym typeface="Open Sans"/>
              </a:defRPr>
            </a:lvl5pPr>
            <a:lvl6pPr lvl="5" rtl="0">
              <a:buNone/>
              <a:defRPr>
                <a:solidFill>
                  <a:srgbClr val="000000"/>
                </a:solidFill>
                <a:latin typeface="Open Sans"/>
                <a:ea typeface="Open Sans"/>
                <a:cs typeface="Open Sans"/>
                <a:sym typeface="Open Sans"/>
              </a:defRPr>
            </a:lvl6pPr>
            <a:lvl7pPr lvl="6" rtl="0">
              <a:buNone/>
              <a:defRPr>
                <a:solidFill>
                  <a:srgbClr val="000000"/>
                </a:solidFill>
                <a:latin typeface="Open Sans"/>
                <a:ea typeface="Open Sans"/>
                <a:cs typeface="Open Sans"/>
                <a:sym typeface="Open Sans"/>
              </a:defRPr>
            </a:lvl7pPr>
            <a:lvl8pPr lvl="7" rtl="0">
              <a:buNone/>
              <a:defRPr>
                <a:solidFill>
                  <a:srgbClr val="000000"/>
                </a:solidFill>
                <a:latin typeface="Open Sans"/>
                <a:ea typeface="Open Sans"/>
                <a:cs typeface="Open Sans"/>
                <a:sym typeface="Open Sans"/>
              </a:defRPr>
            </a:lvl8pPr>
            <a:lvl9pPr lvl="8" rtl="0">
              <a:buNone/>
              <a:defRPr>
                <a:solidFill>
                  <a:srgbClr val="000000"/>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
        <p:nvSpPr>
          <p:cNvPr id="34" name="Google Shape;34;p6"/>
          <p:cNvSpPr txBox="1">
            <a:spLocks noGrp="1"/>
          </p:cNvSpPr>
          <p:nvPr>
            <p:ph type="subTitle" idx="1"/>
          </p:nvPr>
        </p:nvSpPr>
        <p:spPr>
          <a:xfrm>
            <a:off x="0" y="4920300"/>
            <a:ext cx="2386500" cy="223200"/>
          </a:xfrm>
          <a:prstGeom prst="rect">
            <a:avLst/>
          </a:prstGeom>
          <a:solidFill>
            <a:srgbClr val="F47B20"/>
          </a:solidFill>
          <a:effectLst>
            <a:outerShdw blurRad="57150" dist="19050" dir="5400000" algn="bl" rotWithShape="0">
              <a:srgbClr val="000000">
                <a:alpha val="50000"/>
              </a:srgbClr>
            </a:outerShdw>
          </a:effectLst>
        </p:spPr>
        <p:txBody>
          <a:bodyPr spcFirstLastPara="1" wrap="square" lIns="91425" tIns="27425" rIns="91425" bIns="9125" anchor="t" anchorCtr="0">
            <a:noAutofit/>
          </a:bodyPr>
          <a:lstStyle>
            <a:lvl1pPr lvl="0" rtl="0">
              <a:spcBef>
                <a:spcPts val="0"/>
              </a:spcBef>
              <a:spcAft>
                <a:spcPts val="0"/>
              </a:spcAft>
              <a:buNone/>
              <a:defRPr sz="1000" b="1">
                <a:solidFill>
                  <a:srgbClr val="FFFFFF"/>
                </a:solidFill>
                <a:latin typeface="Open Sans"/>
                <a:ea typeface="Open Sans"/>
                <a:cs typeface="Open Sans"/>
                <a:sym typeface="Open Sans"/>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sp>
        <p:nvSpPr>
          <p:cNvPr id="35" name="Google Shape;35;p6"/>
          <p:cNvSpPr txBox="1">
            <a:spLocks noGrp="1"/>
          </p:cNvSpPr>
          <p:nvPr>
            <p:ph type="title"/>
          </p:nvPr>
        </p:nvSpPr>
        <p:spPr>
          <a:xfrm>
            <a:off x="0" y="0"/>
            <a:ext cx="9144000" cy="505800"/>
          </a:xfrm>
          <a:prstGeom prst="rect">
            <a:avLst/>
          </a:prstGeom>
          <a:solidFill>
            <a:srgbClr val="EFEFEF"/>
          </a:solidFill>
        </p:spPr>
        <p:txBody>
          <a:bodyPr spcFirstLastPara="1" wrap="square" lIns="91425" tIns="91425" rIns="91425" bIns="91425" anchor="t" anchorCtr="0">
            <a:noAutofit/>
          </a:bodyPr>
          <a:lstStyle>
            <a:lvl1pPr lvl="0" rtl="0">
              <a:spcBef>
                <a:spcPts val="0"/>
              </a:spcBef>
              <a:spcAft>
                <a:spcPts val="0"/>
              </a:spcAft>
              <a:buClr>
                <a:srgbClr val="F47B20"/>
              </a:buClr>
              <a:buSzPts val="2400"/>
              <a:buFont typeface="Open Sans"/>
              <a:buNone/>
              <a:defRPr sz="2400" b="1">
                <a:solidFill>
                  <a:srgbClr val="F47B20"/>
                </a:solidFill>
                <a:latin typeface="Open Sans"/>
                <a:ea typeface="Open Sans"/>
                <a:cs typeface="Open Sans"/>
                <a:sym typeface="Open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ummary">
  <p:cSld name="CUSTOM">
    <p:bg>
      <p:bgPr>
        <a:solidFill>
          <a:srgbClr val="EFEFEF"/>
        </a:solidFill>
        <a:effectLst/>
      </p:bgPr>
    </p:bg>
    <p:spTree>
      <p:nvGrpSpPr>
        <p:cNvPr id="1" name="Shape 36"/>
        <p:cNvGrpSpPr/>
        <p:nvPr/>
      </p:nvGrpSpPr>
      <p:grpSpPr>
        <a:xfrm>
          <a:off x="0" y="0"/>
          <a:ext cx="0" cy="0"/>
          <a:chOff x="0" y="0"/>
          <a:chExt cx="0" cy="0"/>
        </a:xfrm>
      </p:grpSpPr>
      <p:sp>
        <p:nvSpPr>
          <p:cNvPr id="37" name="Google Shape;3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8" name="Google Shape;38;p7"/>
          <p:cNvSpPr txBox="1">
            <a:spLocks noGrp="1"/>
          </p:cNvSpPr>
          <p:nvPr>
            <p:ph type="title"/>
          </p:nvPr>
        </p:nvSpPr>
        <p:spPr>
          <a:xfrm>
            <a:off x="2793500" y="567900"/>
            <a:ext cx="3404400" cy="312000"/>
          </a:xfrm>
          <a:prstGeom prst="rect">
            <a:avLst/>
          </a:prstGeom>
          <a:solidFill>
            <a:srgbClr val="F47B20"/>
          </a:solidFill>
        </p:spPr>
        <p:txBody>
          <a:bodyPr spcFirstLastPara="1" wrap="square" lIns="91425" tIns="91425" rIns="91425" bIns="91425" anchor="ctr" anchorCtr="0">
            <a:noAutofit/>
          </a:bodyPr>
          <a:lstStyle>
            <a:lvl1pPr lvl="0" algn="ctr" rtl="0">
              <a:spcBef>
                <a:spcPts val="0"/>
              </a:spcBef>
              <a:spcAft>
                <a:spcPts val="0"/>
              </a:spcAft>
              <a:buClr>
                <a:srgbClr val="FFFFFF"/>
              </a:buClr>
              <a:buSzPts val="1200"/>
              <a:buFont typeface="Open Sans"/>
              <a:buNone/>
              <a:defRPr sz="1200" b="1">
                <a:solidFill>
                  <a:srgbClr val="FFFFFF"/>
                </a:solidFill>
                <a:latin typeface="Open Sans"/>
                <a:ea typeface="Open Sans"/>
                <a:cs typeface="Open Sans"/>
                <a:sym typeface="Ope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9" name="Google Shape;39;p7"/>
          <p:cNvSpPr txBox="1">
            <a:spLocks noGrp="1"/>
          </p:cNvSpPr>
          <p:nvPr>
            <p:ph type="body" idx="1"/>
          </p:nvPr>
        </p:nvSpPr>
        <p:spPr>
          <a:xfrm>
            <a:off x="714500" y="1594200"/>
            <a:ext cx="7835400" cy="2532900"/>
          </a:xfrm>
          <a:prstGeom prst="rect">
            <a:avLst/>
          </a:prstGeom>
          <a:solidFill>
            <a:srgbClr val="FFFFFF"/>
          </a:solidFill>
          <a:ln w="38100" cap="flat" cmpd="sng">
            <a:solidFill>
              <a:srgbClr val="F47B20"/>
            </a:solidFill>
            <a:prstDash val="solid"/>
            <a:round/>
            <a:headEnd type="none" w="sm" len="sm"/>
            <a:tailEnd type="none" w="sm" len="sm"/>
          </a:ln>
        </p:spPr>
        <p:txBody>
          <a:bodyPr spcFirstLastPara="1" wrap="square" lIns="91425" tIns="91425" rIns="91425" bIns="91425" anchor="t" anchorCtr="0">
            <a:noAutofit/>
          </a:bodyPr>
          <a:lstStyle>
            <a:lvl1pPr marL="457200" lvl="0" indent="-342900">
              <a:spcBef>
                <a:spcPts val="0"/>
              </a:spcBef>
              <a:spcAft>
                <a:spcPts val="0"/>
              </a:spcAft>
              <a:buSzPts val="1800"/>
              <a:buFont typeface="Open Sans"/>
              <a:buChar char="●"/>
              <a:defRPr>
                <a:latin typeface="Open Sans"/>
                <a:ea typeface="Open Sans"/>
                <a:cs typeface="Open Sans"/>
                <a:sym typeface="Open Sans"/>
              </a:defRPr>
            </a:lvl1pPr>
            <a:lvl2pPr marL="914400" lvl="1" indent="-317500">
              <a:spcBef>
                <a:spcPts val="1600"/>
              </a:spcBef>
              <a:spcAft>
                <a:spcPts val="0"/>
              </a:spcAft>
              <a:buSzPts val="1400"/>
              <a:buFont typeface="Open Sans"/>
              <a:buChar char="○"/>
              <a:defRPr>
                <a:latin typeface="Open Sans"/>
                <a:ea typeface="Open Sans"/>
                <a:cs typeface="Open Sans"/>
                <a:sym typeface="Open Sans"/>
              </a:defRPr>
            </a:lvl2pPr>
            <a:lvl3pPr marL="1371600" lvl="2" indent="-317500">
              <a:spcBef>
                <a:spcPts val="1600"/>
              </a:spcBef>
              <a:spcAft>
                <a:spcPts val="0"/>
              </a:spcAft>
              <a:buSzPts val="1400"/>
              <a:buFont typeface="Open Sans"/>
              <a:buChar char="■"/>
              <a:defRPr>
                <a:latin typeface="Open Sans"/>
                <a:ea typeface="Open Sans"/>
                <a:cs typeface="Open Sans"/>
                <a:sym typeface="Open Sans"/>
              </a:defRPr>
            </a:lvl3pPr>
            <a:lvl4pPr marL="1828800" lvl="3" indent="-317500">
              <a:spcBef>
                <a:spcPts val="1600"/>
              </a:spcBef>
              <a:spcAft>
                <a:spcPts val="0"/>
              </a:spcAft>
              <a:buSzPts val="1400"/>
              <a:buFont typeface="Open Sans"/>
              <a:buChar char="●"/>
              <a:defRPr>
                <a:latin typeface="Open Sans"/>
                <a:ea typeface="Open Sans"/>
                <a:cs typeface="Open Sans"/>
                <a:sym typeface="Open Sans"/>
              </a:defRPr>
            </a:lvl4pPr>
            <a:lvl5pPr marL="2286000" lvl="4" indent="-317500">
              <a:spcBef>
                <a:spcPts val="1600"/>
              </a:spcBef>
              <a:spcAft>
                <a:spcPts val="0"/>
              </a:spcAft>
              <a:buSzPts val="1400"/>
              <a:buFont typeface="Open Sans"/>
              <a:buChar char="○"/>
              <a:defRPr>
                <a:latin typeface="Open Sans"/>
                <a:ea typeface="Open Sans"/>
                <a:cs typeface="Open Sans"/>
                <a:sym typeface="Open Sans"/>
              </a:defRPr>
            </a:lvl5pPr>
            <a:lvl6pPr marL="2743200" lvl="5" indent="-317500">
              <a:spcBef>
                <a:spcPts val="1600"/>
              </a:spcBef>
              <a:spcAft>
                <a:spcPts val="0"/>
              </a:spcAft>
              <a:buSzPts val="1400"/>
              <a:buFont typeface="Open Sans"/>
              <a:buChar char="■"/>
              <a:defRPr>
                <a:latin typeface="Open Sans"/>
                <a:ea typeface="Open Sans"/>
                <a:cs typeface="Open Sans"/>
                <a:sym typeface="Open Sans"/>
              </a:defRPr>
            </a:lvl6pPr>
            <a:lvl7pPr marL="3200400" lvl="6" indent="-317500">
              <a:spcBef>
                <a:spcPts val="1600"/>
              </a:spcBef>
              <a:spcAft>
                <a:spcPts val="0"/>
              </a:spcAft>
              <a:buSzPts val="1400"/>
              <a:buFont typeface="Open Sans"/>
              <a:buChar char="●"/>
              <a:defRPr>
                <a:latin typeface="Open Sans"/>
                <a:ea typeface="Open Sans"/>
                <a:cs typeface="Open Sans"/>
                <a:sym typeface="Open Sans"/>
              </a:defRPr>
            </a:lvl7pPr>
            <a:lvl8pPr marL="3657600" lvl="7" indent="-317500">
              <a:spcBef>
                <a:spcPts val="1600"/>
              </a:spcBef>
              <a:spcAft>
                <a:spcPts val="0"/>
              </a:spcAft>
              <a:buSzPts val="1400"/>
              <a:buFont typeface="Open Sans"/>
              <a:buChar char="○"/>
              <a:defRPr>
                <a:latin typeface="Open Sans"/>
                <a:ea typeface="Open Sans"/>
                <a:cs typeface="Open Sans"/>
                <a:sym typeface="Open Sans"/>
              </a:defRPr>
            </a:lvl8pPr>
            <a:lvl9pPr marL="4114800" lvl="8" indent="-317500">
              <a:spcBef>
                <a:spcPts val="1600"/>
              </a:spcBef>
              <a:spcAft>
                <a:spcPts val="1600"/>
              </a:spcAft>
              <a:buSzPts val="1400"/>
              <a:buFont typeface="Open Sans"/>
              <a:buChar char="■"/>
              <a:defRPr>
                <a:latin typeface="Open Sans"/>
                <a:ea typeface="Open Sans"/>
                <a:cs typeface="Open Sans"/>
                <a:sym typeface="Open Sans"/>
              </a:defRPr>
            </a:lvl9pPr>
          </a:lstStyle>
          <a:p>
            <a:endParaRPr/>
          </a:p>
        </p:txBody>
      </p:sp>
      <p:sp>
        <p:nvSpPr>
          <p:cNvPr id="40" name="Google Shape;40;p7"/>
          <p:cNvSpPr txBox="1">
            <a:spLocks noGrp="1"/>
          </p:cNvSpPr>
          <p:nvPr>
            <p:ph type="subTitle" idx="2"/>
          </p:nvPr>
        </p:nvSpPr>
        <p:spPr>
          <a:xfrm>
            <a:off x="1360700" y="982500"/>
            <a:ext cx="6270000" cy="5091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sz="2400" b="1">
                <a:solidFill>
                  <a:srgbClr val="F47B20"/>
                </a:solidFill>
                <a:latin typeface="Open Sans"/>
                <a:ea typeface="Open Sans"/>
                <a:cs typeface="Open Sans"/>
                <a:sym typeface="Open Sans"/>
              </a:defRPr>
            </a:lvl1pPr>
            <a:lvl2pPr lvl="1">
              <a:spcBef>
                <a:spcPts val="1600"/>
              </a:spcBef>
              <a:spcAft>
                <a:spcPts val="0"/>
              </a:spcAft>
              <a:buNone/>
              <a:defRPr>
                <a:solidFill>
                  <a:srgbClr val="F47B20"/>
                </a:solidFill>
              </a:defRPr>
            </a:lvl2pPr>
            <a:lvl3pPr lvl="2">
              <a:spcBef>
                <a:spcPts val="1600"/>
              </a:spcBef>
              <a:spcAft>
                <a:spcPts val="0"/>
              </a:spcAft>
              <a:buNone/>
              <a:defRPr>
                <a:solidFill>
                  <a:srgbClr val="F47B20"/>
                </a:solidFill>
              </a:defRPr>
            </a:lvl3pPr>
            <a:lvl4pPr lvl="3">
              <a:spcBef>
                <a:spcPts val="1600"/>
              </a:spcBef>
              <a:spcAft>
                <a:spcPts val="0"/>
              </a:spcAft>
              <a:buNone/>
              <a:defRPr>
                <a:solidFill>
                  <a:srgbClr val="F47B20"/>
                </a:solidFill>
              </a:defRPr>
            </a:lvl4pPr>
            <a:lvl5pPr lvl="4">
              <a:spcBef>
                <a:spcPts val="1600"/>
              </a:spcBef>
              <a:spcAft>
                <a:spcPts val="0"/>
              </a:spcAft>
              <a:buNone/>
              <a:defRPr>
                <a:solidFill>
                  <a:srgbClr val="F47B20"/>
                </a:solidFill>
              </a:defRPr>
            </a:lvl5pPr>
            <a:lvl6pPr lvl="5">
              <a:spcBef>
                <a:spcPts val="1600"/>
              </a:spcBef>
              <a:spcAft>
                <a:spcPts val="0"/>
              </a:spcAft>
              <a:buNone/>
              <a:defRPr>
                <a:solidFill>
                  <a:srgbClr val="F47B20"/>
                </a:solidFill>
              </a:defRPr>
            </a:lvl6pPr>
            <a:lvl7pPr lvl="6">
              <a:spcBef>
                <a:spcPts val="1600"/>
              </a:spcBef>
              <a:spcAft>
                <a:spcPts val="0"/>
              </a:spcAft>
              <a:buNone/>
              <a:defRPr>
                <a:solidFill>
                  <a:srgbClr val="F47B20"/>
                </a:solidFill>
              </a:defRPr>
            </a:lvl7pPr>
            <a:lvl8pPr lvl="7">
              <a:spcBef>
                <a:spcPts val="1600"/>
              </a:spcBef>
              <a:spcAft>
                <a:spcPts val="0"/>
              </a:spcAft>
              <a:buNone/>
              <a:defRPr>
                <a:solidFill>
                  <a:srgbClr val="F47B20"/>
                </a:solidFill>
              </a:defRPr>
            </a:lvl8pPr>
            <a:lvl9pPr lvl="8">
              <a:spcBef>
                <a:spcPts val="1600"/>
              </a:spcBef>
              <a:spcAft>
                <a:spcPts val="1600"/>
              </a:spcAft>
              <a:buNone/>
              <a:defRPr>
                <a:solidFill>
                  <a:srgbClr val="F47B20"/>
                </a:solidFill>
              </a:defRPr>
            </a:lvl9pPr>
          </a:lstStyle>
          <a:p>
            <a:endParaRPr/>
          </a:p>
        </p:txBody>
      </p:sp>
      <p:sp>
        <p:nvSpPr>
          <p:cNvPr id="41" name="Google Shape;41;p7"/>
          <p:cNvSpPr txBox="1">
            <a:spLocks noGrp="1"/>
          </p:cNvSpPr>
          <p:nvPr>
            <p:ph type="subTitle" idx="3"/>
          </p:nvPr>
        </p:nvSpPr>
        <p:spPr>
          <a:xfrm>
            <a:off x="1041500" y="4335150"/>
            <a:ext cx="7181400" cy="5091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b="1">
                <a:solidFill>
                  <a:srgbClr val="F47B20"/>
                </a:solidFill>
                <a:latin typeface="Courier New"/>
                <a:ea typeface="Courier New"/>
                <a:cs typeface="Courier New"/>
                <a:sym typeface="Courier New"/>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2"/>
        <p:cNvGrpSpPr/>
        <p:nvPr/>
      </p:nvGrpSpPr>
      <p:grpSpPr>
        <a:xfrm>
          <a:off x="0" y="0"/>
          <a:ext cx="0" cy="0"/>
          <a:chOff x="0" y="0"/>
          <a:chExt cx="0" cy="0"/>
        </a:xfrm>
      </p:grpSpPr>
      <p:sp>
        <p:nvSpPr>
          <p:cNvPr id="43" name="Google Shape;4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hyperlink" Target="https://arxiv.org/abs/248177721" TargetMode="External"/><Relationship Id="rId13" Type="http://schemas.openxmlformats.org/officeDocument/2006/relationships/hyperlink" Target="https://arxiv.org/abs/2501.14497" TargetMode="External"/><Relationship Id="rId3" Type="http://schemas.openxmlformats.org/officeDocument/2006/relationships/hyperlink" Target="https://arxiv.org/abs/2405.16506" TargetMode="External"/><Relationship Id="rId7" Type="http://schemas.openxmlformats.org/officeDocument/2006/relationships/hyperlink" Target="https://arxiv.org/abs/2407.12068" TargetMode="External"/><Relationship Id="rId12" Type="http://schemas.openxmlformats.org/officeDocument/2006/relationships/hyperlink" Target="https://arxiv.org/abs/2007.08426"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hyperlink" Target="https://arxiv.org/abs/2401.15569" TargetMode="External"/><Relationship Id="rId11" Type="http://schemas.openxmlformats.org/officeDocument/2006/relationships/hyperlink" Target="https://openreview.net/forum?id=tmwR707odU" TargetMode="External"/><Relationship Id="rId5" Type="http://schemas.openxmlformats.org/officeDocument/2006/relationships/hyperlink" Target="https://arxiv.org/abs/266166029" TargetMode="External"/><Relationship Id="rId10" Type="http://schemas.openxmlformats.org/officeDocument/2006/relationships/hyperlink" Target="https://arxiv.org/abs/2410.02198" TargetMode="External"/><Relationship Id="rId4" Type="http://schemas.openxmlformats.org/officeDocument/2006/relationships/hyperlink" Target="https://arxiv.org/abs/2009.07715" TargetMode="External"/><Relationship Id="rId9" Type="http://schemas.openxmlformats.org/officeDocument/2006/relationships/hyperlink" Target="https://arxiv.org/abs/2503.03313"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7">
          <a:extLst>
            <a:ext uri="{FF2B5EF4-FFF2-40B4-BE49-F238E27FC236}">
              <a16:creationId xmlns:a16="http://schemas.microsoft.com/office/drawing/2014/main" id="{4766CA7F-0E05-A94B-EE0B-6206F484C807}"/>
            </a:ext>
          </a:extLst>
        </p:cNvPr>
        <p:cNvGrpSpPr/>
        <p:nvPr/>
      </p:nvGrpSpPr>
      <p:grpSpPr>
        <a:xfrm>
          <a:off x="0" y="0"/>
          <a:ext cx="0" cy="0"/>
          <a:chOff x="0" y="0"/>
          <a:chExt cx="0" cy="0"/>
        </a:xfrm>
      </p:grpSpPr>
      <p:sp>
        <p:nvSpPr>
          <p:cNvPr id="48" name="Google Shape;48;p9">
            <a:extLst>
              <a:ext uri="{FF2B5EF4-FFF2-40B4-BE49-F238E27FC236}">
                <a16:creationId xmlns:a16="http://schemas.microsoft.com/office/drawing/2014/main" id="{95FD7D2B-E6AB-35F7-477F-FAA52942797C}"/>
              </a:ext>
            </a:extLst>
          </p:cNvPr>
          <p:cNvSpPr txBox="1">
            <a:spLocks noGrp="1"/>
          </p:cNvSpPr>
          <p:nvPr>
            <p:ph type="ctrTitle"/>
          </p:nvPr>
        </p:nvSpPr>
        <p:spPr>
          <a:xfrm>
            <a:off x="311700" y="1139650"/>
            <a:ext cx="8520600" cy="971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sz="3600" dirty="0">
                <a:latin typeface="Californian FB" panose="0207040306080B030204" pitchFamily="18" charset="0"/>
              </a:rPr>
              <a:t>GEM: Multilingual graph-to-text generation</a:t>
            </a:r>
            <a:endParaRPr dirty="0"/>
          </a:p>
        </p:txBody>
      </p:sp>
      <p:sp>
        <p:nvSpPr>
          <p:cNvPr id="49" name="Google Shape;49;p9">
            <a:extLst>
              <a:ext uri="{FF2B5EF4-FFF2-40B4-BE49-F238E27FC236}">
                <a16:creationId xmlns:a16="http://schemas.microsoft.com/office/drawing/2014/main" id="{463DC5CC-62BD-52C0-3D3F-99E214401A80}"/>
              </a:ext>
            </a:extLst>
          </p:cNvPr>
          <p:cNvSpPr txBox="1">
            <a:spLocks noGrp="1"/>
          </p:cNvSpPr>
          <p:nvPr>
            <p:ph type="subTitle" idx="1"/>
          </p:nvPr>
        </p:nvSpPr>
        <p:spPr>
          <a:xfrm>
            <a:off x="311700" y="2239551"/>
            <a:ext cx="8520600" cy="792600"/>
          </a:xfrm>
          <a:prstGeom prst="rect">
            <a:avLst/>
          </a:prstGeom>
        </p:spPr>
        <p:txBody>
          <a:bodyPr spcFirstLastPara="1" wrap="square" lIns="91425" tIns="91425" rIns="91425" bIns="91425" anchor="t" anchorCtr="0">
            <a:noAutofit/>
          </a:bodyPr>
          <a:lstStyle/>
          <a:p>
            <a:pPr algn="ctr">
              <a:spcAft>
                <a:spcPts val="600"/>
              </a:spcAft>
            </a:pPr>
            <a:r>
              <a:rPr lang="en-US" sz="1600" b="1" dirty="0">
                <a:solidFill>
                  <a:schemeClr val="tx1"/>
                </a:solidFill>
                <a:latin typeface="Bahnschrift Light SemiCondensed" panose="020B0502040204020203" pitchFamily="34" charset="0"/>
              </a:rPr>
              <a:t> LLMFAO: </a:t>
            </a:r>
          </a:p>
          <a:p>
            <a:pPr algn="ctr">
              <a:spcAft>
                <a:spcPts val="600"/>
              </a:spcAft>
            </a:pPr>
            <a:r>
              <a:rPr lang="en-US" sz="1600" b="1" dirty="0">
                <a:solidFill>
                  <a:schemeClr val="tx1"/>
                </a:solidFill>
                <a:latin typeface="Bahnschrift Light SemiCondensed" panose="020B0502040204020203" pitchFamily="34" charset="0"/>
              </a:rPr>
              <a:t>Thomas </a:t>
            </a:r>
            <a:r>
              <a:rPr lang="en-US" sz="1600" b="1" dirty="0" err="1">
                <a:solidFill>
                  <a:schemeClr val="tx1"/>
                </a:solidFill>
                <a:latin typeface="Bahnschrift Light SemiCondensed" panose="020B0502040204020203" pitchFamily="34" charset="0"/>
              </a:rPr>
              <a:t>Goumont</a:t>
            </a:r>
            <a:r>
              <a:rPr lang="en-US" sz="1600" b="1" dirty="0">
                <a:solidFill>
                  <a:schemeClr val="tx1"/>
                </a:solidFill>
                <a:latin typeface="Bahnschrift Light SemiCondensed" panose="020B0502040204020203" pitchFamily="34" charset="0"/>
              </a:rPr>
              <a:t>, Melvin </a:t>
            </a:r>
            <a:r>
              <a:rPr lang="en-US" sz="1600" b="1" dirty="0" err="1">
                <a:solidFill>
                  <a:schemeClr val="tx1"/>
                </a:solidFill>
                <a:latin typeface="Bahnschrift Light SemiCondensed" panose="020B0502040204020203" pitchFamily="34" charset="0"/>
              </a:rPr>
              <a:t>Bazeille</a:t>
            </a:r>
            <a:r>
              <a:rPr lang="en-US" sz="1600" b="1" dirty="0">
                <a:solidFill>
                  <a:schemeClr val="tx1"/>
                </a:solidFill>
                <a:latin typeface="Bahnschrift Light SemiCondensed" panose="020B0502040204020203" pitchFamily="34" charset="0"/>
              </a:rPr>
              <a:t>, Vojtech John, </a:t>
            </a:r>
          </a:p>
          <a:p>
            <a:pPr algn="ctr">
              <a:spcAft>
                <a:spcPts val="600"/>
              </a:spcAft>
            </a:pPr>
            <a:r>
              <a:rPr lang="en-US" sz="1600" b="1" dirty="0">
                <a:solidFill>
                  <a:schemeClr val="tx1"/>
                </a:solidFill>
                <a:latin typeface="Bahnschrift Light SemiCondensed" panose="020B0502040204020203" pitchFamily="34" charset="0"/>
              </a:rPr>
              <a:t>Kassem Anis Bouali, Romita Pawar and Ines Ben Moussa</a:t>
            </a:r>
          </a:p>
          <a:p>
            <a:pPr algn="ctr">
              <a:spcAft>
                <a:spcPts val="600"/>
              </a:spcAft>
            </a:pPr>
            <a:endParaRPr lang="en-US" sz="1600" b="1" dirty="0">
              <a:solidFill>
                <a:schemeClr val="tx1"/>
              </a:solidFill>
              <a:latin typeface="Bahnschrift Light SemiCondensed" panose="020B0502040204020203" pitchFamily="34" charset="0"/>
            </a:endParaRPr>
          </a:p>
          <a:p>
            <a:pPr algn="ctr">
              <a:spcAft>
                <a:spcPts val="600"/>
              </a:spcAft>
            </a:pPr>
            <a:r>
              <a:rPr lang="en-US" sz="1600" b="1" dirty="0">
                <a:solidFill>
                  <a:schemeClr val="tx1"/>
                </a:solidFill>
                <a:latin typeface="Bahnschrift Light SemiCondensed" panose="020B0502040204020203" pitchFamily="34" charset="0"/>
              </a:rPr>
              <a:t>Supervised by Ondrej Dusek</a:t>
            </a:r>
          </a:p>
          <a:p>
            <a:pPr marL="0" lvl="0" indent="0" algn="l" rtl="0">
              <a:spcBef>
                <a:spcPts val="0"/>
              </a:spcBef>
              <a:spcAft>
                <a:spcPts val="0"/>
              </a:spcAft>
              <a:buNone/>
            </a:pPr>
            <a:endParaRPr sz="1800" dirty="0"/>
          </a:p>
        </p:txBody>
      </p:sp>
      <p:sp>
        <p:nvSpPr>
          <p:cNvPr id="50" name="Google Shape;50;p9">
            <a:extLst>
              <a:ext uri="{FF2B5EF4-FFF2-40B4-BE49-F238E27FC236}">
                <a16:creationId xmlns:a16="http://schemas.microsoft.com/office/drawing/2014/main" id="{F8BACCBB-6FB2-F82E-1D12-3829736BCB25}"/>
              </a:ext>
            </a:extLst>
          </p:cNvPr>
          <p:cNvSpPr txBox="1">
            <a:spLocks noGrp="1"/>
          </p:cNvSpPr>
          <p:nvPr>
            <p:ph type="subTitle" idx="2"/>
          </p:nvPr>
        </p:nvSpPr>
        <p:spPr>
          <a:xfrm>
            <a:off x="-8375" y="-16747"/>
            <a:ext cx="3424800" cy="376800"/>
          </a:xfrm>
          <a:prstGeom prst="rect">
            <a:avLst/>
          </a:prstGeom>
        </p:spPr>
        <p:txBody>
          <a:bodyPr spcFirstLastPara="1" wrap="square" lIns="91425" tIns="45700" rIns="91425" bIns="45700" anchor="t" anchorCtr="0">
            <a:noAutofit/>
          </a:bodyPr>
          <a:lstStyle/>
          <a:p>
            <a:pPr marL="0" lvl="0" indent="0" algn="l" rtl="0">
              <a:spcBef>
                <a:spcPts val="0"/>
              </a:spcBef>
              <a:spcAft>
                <a:spcPts val="1600"/>
              </a:spcAft>
              <a:buNone/>
            </a:pPr>
            <a:r>
              <a:rPr lang="en" dirty="0"/>
              <a:t>NPFL140: LLMs</a:t>
            </a:r>
            <a:endParaRPr dirty="0"/>
          </a:p>
        </p:txBody>
      </p:sp>
    </p:spTree>
    <p:extLst>
      <p:ext uri="{BB962C8B-B14F-4D97-AF65-F5344CB8AC3E}">
        <p14:creationId xmlns:p14="http://schemas.microsoft.com/office/powerpoint/2010/main" val="1831865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
          <a:extLst>
            <a:ext uri="{FF2B5EF4-FFF2-40B4-BE49-F238E27FC236}">
              <a16:creationId xmlns:a16="http://schemas.microsoft.com/office/drawing/2014/main" id="{D7AA7926-1A9B-F8E1-83F0-D0E941EC2240}"/>
            </a:ext>
          </a:extLst>
        </p:cNvPr>
        <p:cNvGrpSpPr/>
        <p:nvPr/>
      </p:nvGrpSpPr>
      <p:grpSpPr>
        <a:xfrm>
          <a:off x="0" y="0"/>
          <a:ext cx="0" cy="0"/>
          <a:chOff x="0" y="0"/>
          <a:chExt cx="0" cy="0"/>
        </a:xfrm>
      </p:grpSpPr>
      <p:sp>
        <p:nvSpPr>
          <p:cNvPr id="48" name="Google Shape;48;p9">
            <a:extLst>
              <a:ext uri="{FF2B5EF4-FFF2-40B4-BE49-F238E27FC236}">
                <a16:creationId xmlns:a16="http://schemas.microsoft.com/office/drawing/2014/main" id="{1E3E6C44-FDC5-607A-17C3-32E0FF1A7F76}"/>
              </a:ext>
            </a:extLst>
          </p:cNvPr>
          <p:cNvSpPr txBox="1">
            <a:spLocks noGrp="1"/>
          </p:cNvSpPr>
          <p:nvPr>
            <p:ph type="ctrTitle"/>
          </p:nvPr>
        </p:nvSpPr>
        <p:spPr>
          <a:xfrm>
            <a:off x="311700" y="1139650"/>
            <a:ext cx="8520600" cy="971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sz="3600" dirty="0">
                <a:latin typeface="Californian FB" panose="0207040306080B030204" pitchFamily="18" charset="0"/>
              </a:rPr>
              <a:t>GEM: Multilingual graph-to-text generation</a:t>
            </a:r>
            <a:endParaRPr dirty="0"/>
          </a:p>
        </p:txBody>
      </p:sp>
      <p:sp>
        <p:nvSpPr>
          <p:cNvPr id="49" name="Google Shape;49;p9">
            <a:extLst>
              <a:ext uri="{FF2B5EF4-FFF2-40B4-BE49-F238E27FC236}">
                <a16:creationId xmlns:a16="http://schemas.microsoft.com/office/drawing/2014/main" id="{4AA9DF46-671A-5FC8-367B-E506B51DF863}"/>
              </a:ext>
            </a:extLst>
          </p:cNvPr>
          <p:cNvSpPr txBox="1">
            <a:spLocks noGrp="1"/>
          </p:cNvSpPr>
          <p:nvPr>
            <p:ph type="subTitle" idx="1"/>
          </p:nvPr>
        </p:nvSpPr>
        <p:spPr>
          <a:xfrm>
            <a:off x="311700" y="2239551"/>
            <a:ext cx="8520600" cy="792600"/>
          </a:xfrm>
          <a:prstGeom prst="rect">
            <a:avLst/>
          </a:prstGeom>
        </p:spPr>
        <p:txBody>
          <a:bodyPr spcFirstLastPara="1" wrap="square" lIns="91425" tIns="91425" rIns="91425" bIns="91425" anchor="t" anchorCtr="0">
            <a:noAutofit/>
          </a:bodyPr>
          <a:lstStyle/>
          <a:p>
            <a:pPr algn="ctr">
              <a:spcAft>
                <a:spcPts val="600"/>
              </a:spcAft>
            </a:pPr>
            <a:r>
              <a:rPr lang="en-US" sz="1600" b="1" dirty="0">
                <a:solidFill>
                  <a:schemeClr val="tx1"/>
                </a:solidFill>
                <a:latin typeface="Bahnschrift Light SemiCondensed" panose="020B0502040204020203" pitchFamily="34" charset="0"/>
              </a:rPr>
              <a:t> LLMFAO: </a:t>
            </a:r>
          </a:p>
          <a:p>
            <a:pPr algn="ctr">
              <a:spcAft>
                <a:spcPts val="600"/>
              </a:spcAft>
            </a:pPr>
            <a:r>
              <a:rPr lang="en-US" sz="1600" b="1" dirty="0">
                <a:solidFill>
                  <a:schemeClr val="tx1"/>
                </a:solidFill>
                <a:latin typeface="Bahnschrift Light SemiCondensed" panose="020B0502040204020203" pitchFamily="34" charset="0"/>
              </a:rPr>
              <a:t>Thomas </a:t>
            </a:r>
            <a:r>
              <a:rPr lang="en-US" sz="1600" b="1" dirty="0" err="1">
                <a:solidFill>
                  <a:schemeClr val="tx1"/>
                </a:solidFill>
                <a:latin typeface="Bahnschrift Light SemiCondensed" panose="020B0502040204020203" pitchFamily="34" charset="0"/>
              </a:rPr>
              <a:t>Goumont</a:t>
            </a:r>
            <a:r>
              <a:rPr lang="en-US" sz="1600" b="1" dirty="0">
                <a:solidFill>
                  <a:schemeClr val="tx1"/>
                </a:solidFill>
                <a:latin typeface="Bahnschrift Light SemiCondensed" panose="020B0502040204020203" pitchFamily="34" charset="0"/>
              </a:rPr>
              <a:t>, Melvin </a:t>
            </a:r>
            <a:r>
              <a:rPr lang="en-US" sz="1600" b="1" dirty="0" err="1">
                <a:solidFill>
                  <a:schemeClr val="tx1"/>
                </a:solidFill>
                <a:latin typeface="Bahnschrift Light SemiCondensed" panose="020B0502040204020203" pitchFamily="34" charset="0"/>
              </a:rPr>
              <a:t>Bazeille</a:t>
            </a:r>
            <a:r>
              <a:rPr lang="en-US" sz="1600" b="1" dirty="0">
                <a:solidFill>
                  <a:schemeClr val="tx1"/>
                </a:solidFill>
                <a:latin typeface="Bahnschrift Light SemiCondensed" panose="020B0502040204020203" pitchFamily="34" charset="0"/>
              </a:rPr>
              <a:t>, Vojtech John, </a:t>
            </a:r>
          </a:p>
          <a:p>
            <a:pPr algn="ctr">
              <a:spcAft>
                <a:spcPts val="600"/>
              </a:spcAft>
            </a:pPr>
            <a:r>
              <a:rPr lang="en-US" sz="1600" b="1" dirty="0">
                <a:solidFill>
                  <a:schemeClr val="tx1"/>
                </a:solidFill>
                <a:latin typeface="Bahnschrift Light SemiCondensed" panose="020B0502040204020203" pitchFamily="34" charset="0"/>
              </a:rPr>
              <a:t>Kassem Anis Bouali, Romita Pawar and Ines Ben Moussa</a:t>
            </a:r>
          </a:p>
          <a:p>
            <a:pPr algn="ctr">
              <a:spcAft>
                <a:spcPts val="600"/>
              </a:spcAft>
            </a:pPr>
            <a:endParaRPr lang="en-US" sz="1600" b="1" dirty="0">
              <a:solidFill>
                <a:schemeClr val="tx1"/>
              </a:solidFill>
              <a:latin typeface="Bahnschrift Light SemiCondensed" panose="020B0502040204020203" pitchFamily="34" charset="0"/>
            </a:endParaRPr>
          </a:p>
          <a:p>
            <a:pPr algn="ctr">
              <a:spcAft>
                <a:spcPts val="600"/>
              </a:spcAft>
            </a:pPr>
            <a:r>
              <a:rPr lang="en-US" sz="1600" b="1" dirty="0">
                <a:solidFill>
                  <a:schemeClr val="tx1"/>
                </a:solidFill>
                <a:latin typeface="Bahnschrift Light SemiCondensed" panose="020B0502040204020203" pitchFamily="34" charset="0"/>
              </a:rPr>
              <a:t>Supervised by Ondrej Dusek</a:t>
            </a:r>
          </a:p>
          <a:p>
            <a:pPr marL="0" lvl="0" indent="0" algn="l" rtl="0">
              <a:spcBef>
                <a:spcPts val="0"/>
              </a:spcBef>
              <a:spcAft>
                <a:spcPts val="0"/>
              </a:spcAft>
              <a:buNone/>
            </a:pPr>
            <a:endParaRPr sz="1800" dirty="0"/>
          </a:p>
        </p:txBody>
      </p:sp>
      <p:sp>
        <p:nvSpPr>
          <p:cNvPr id="50" name="Google Shape;50;p9">
            <a:extLst>
              <a:ext uri="{FF2B5EF4-FFF2-40B4-BE49-F238E27FC236}">
                <a16:creationId xmlns:a16="http://schemas.microsoft.com/office/drawing/2014/main" id="{FB2E9A49-9300-4A12-81C7-70301A246977}"/>
              </a:ext>
            </a:extLst>
          </p:cNvPr>
          <p:cNvSpPr txBox="1">
            <a:spLocks noGrp="1"/>
          </p:cNvSpPr>
          <p:nvPr>
            <p:ph type="subTitle" idx="2"/>
          </p:nvPr>
        </p:nvSpPr>
        <p:spPr>
          <a:xfrm>
            <a:off x="-8375" y="-16747"/>
            <a:ext cx="3424800" cy="376800"/>
          </a:xfrm>
          <a:prstGeom prst="rect">
            <a:avLst/>
          </a:prstGeom>
        </p:spPr>
        <p:txBody>
          <a:bodyPr spcFirstLastPara="1" wrap="square" lIns="91425" tIns="45700" rIns="91425" bIns="45700" anchor="t" anchorCtr="0">
            <a:noAutofit/>
          </a:bodyPr>
          <a:lstStyle/>
          <a:p>
            <a:pPr marL="0" lvl="0" indent="0" algn="l" rtl="0">
              <a:spcBef>
                <a:spcPts val="0"/>
              </a:spcBef>
              <a:spcAft>
                <a:spcPts val="1600"/>
              </a:spcAft>
              <a:buNone/>
            </a:pPr>
            <a:r>
              <a:rPr lang="en" dirty="0"/>
              <a:t>NPFL140: LLMs</a:t>
            </a:r>
            <a:endParaRPr dirty="0"/>
          </a:p>
        </p:txBody>
      </p:sp>
      <p:pic>
        <p:nvPicPr>
          <p:cNvPr id="6" name="Picture 5">
            <a:extLst>
              <a:ext uri="{FF2B5EF4-FFF2-40B4-BE49-F238E27FC236}">
                <a16:creationId xmlns:a16="http://schemas.microsoft.com/office/drawing/2014/main" id="{0C3C27D9-F722-D445-6F28-4040DA4D4394}"/>
              </a:ext>
            </a:extLst>
          </p:cNvPr>
          <p:cNvPicPr>
            <a:picLocks noChangeAspect="1"/>
          </p:cNvPicPr>
          <p:nvPr/>
        </p:nvPicPr>
        <p:blipFill>
          <a:blip r:embed="rId3"/>
          <a:stretch>
            <a:fillRect/>
          </a:stretch>
        </p:blipFill>
        <p:spPr>
          <a:xfrm>
            <a:off x="2570075" y="237626"/>
            <a:ext cx="4003850" cy="4003850"/>
          </a:xfrm>
          <a:prstGeom prst="rect">
            <a:avLst/>
          </a:prstGeom>
        </p:spPr>
      </p:pic>
    </p:spTree>
    <p:extLst>
      <p:ext uri="{BB962C8B-B14F-4D97-AF65-F5344CB8AC3E}">
        <p14:creationId xmlns:p14="http://schemas.microsoft.com/office/powerpoint/2010/main" val="2613222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7">
          <a:extLst>
            <a:ext uri="{FF2B5EF4-FFF2-40B4-BE49-F238E27FC236}">
              <a16:creationId xmlns:a16="http://schemas.microsoft.com/office/drawing/2014/main" id="{48EEC3CC-5EF0-FD2F-E6F7-EBB5AB33F02D}"/>
            </a:ext>
          </a:extLst>
        </p:cNvPr>
        <p:cNvGrpSpPr/>
        <p:nvPr/>
      </p:nvGrpSpPr>
      <p:grpSpPr>
        <a:xfrm>
          <a:off x="0" y="0"/>
          <a:ext cx="0" cy="0"/>
          <a:chOff x="0" y="0"/>
          <a:chExt cx="0" cy="0"/>
        </a:xfrm>
      </p:grpSpPr>
      <p:sp>
        <p:nvSpPr>
          <p:cNvPr id="48" name="Google Shape;48;p9">
            <a:extLst>
              <a:ext uri="{FF2B5EF4-FFF2-40B4-BE49-F238E27FC236}">
                <a16:creationId xmlns:a16="http://schemas.microsoft.com/office/drawing/2014/main" id="{D5C8ABB8-8144-4041-F002-D4C6381F900E}"/>
              </a:ext>
            </a:extLst>
          </p:cNvPr>
          <p:cNvSpPr txBox="1">
            <a:spLocks noGrp="1"/>
          </p:cNvSpPr>
          <p:nvPr>
            <p:ph type="ctrTitle"/>
          </p:nvPr>
        </p:nvSpPr>
        <p:spPr>
          <a:xfrm>
            <a:off x="311700" y="813952"/>
            <a:ext cx="8520600" cy="971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sz="3600" dirty="0">
                <a:latin typeface="Californian FB" panose="0207040306080B030204" pitchFamily="18" charset="0"/>
              </a:rPr>
              <a:t>GEM: </a:t>
            </a:r>
            <a:r>
              <a:rPr lang="en-IN" dirty="0">
                <a:latin typeface="Californian FB" panose="0207040306080B030204" pitchFamily="18" charset="0"/>
              </a:rPr>
              <a:t>G</a:t>
            </a:r>
            <a:r>
              <a:rPr lang="en-IN" sz="3600" dirty="0">
                <a:latin typeface="Californian FB" panose="0207040306080B030204" pitchFamily="18" charset="0"/>
              </a:rPr>
              <a:t>raph-to-text generation</a:t>
            </a:r>
            <a:endParaRPr dirty="0"/>
          </a:p>
        </p:txBody>
      </p:sp>
      <p:sp>
        <p:nvSpPr>
          <p:cNvPr id="49" name="Google Shape;49;p9">
            <a:extLst>
              <a:ext uri="{FF2B5EF4-FFF2-40B4-BE49-F238E27FC236}">
                <a16:creationId xmlns:a16="http://schemas.microsoft.com/office/drawing/2014/main" id="{C1026FD3-2CE0-0827-78CC-3B1EFF05E702}"/>
              </a:ext>
            </a:extLst>
          </p:cNvPr>
          <p:cNvSpPr txBox="1">
            <a:spLocks noGrp="1"/>
          </p:cNvSpPr>
          <p:nvPr>
            <p:ph type="subTitle" idx="1"/>
          </p:nvPr>
        </p:nvSpPr>
        <p:spPr>
          <a:xfrm>
            <a:off x="311700" y="2239551"/>
            <a:ext cx="8520600" cy="792600"/>
          </a:xfrm>
          <a:prstGeom prst="rect">
            <a:avLst/>
          </a:prstGeom>
        </p:spPr>
        <p:txBody>
          <a:bodyPr spcFirstLastPara="1" wrap="square" lIns="91425" tIns="91425" rIns="91425" bIns="91425" anchor="t" anchorCtr="0">
            <a:noAutofit/>
          </a:bodyPr>
          <a:lstStyle/>
          <a:p>
            <a:pPr algn="ctr">
              <a:spcAft>
                <a:spcPts val="600"/>
              </a:spcAft>
            </a:pPr>
            <a:r>
              <a:rPr lang="en-US" sz="1600" b="1" dirty="0">
                <a:solidFill>
                  <a:schemeClr val="tx1"/>
                </a:solidFill>
                <a:latin typeface="Bahnschrift Light SemiCondensed" panose="020B0502040204020203" pitchFamily="34" charset="0"/>
              </a:rPr>
              <a:t> LLMFAO: </a:t>
            </a:r>
          </a:p>
          <a:p>
            <a:pPr algn="ctr">
              <a:spcAft>
                <a:spcPts val="600"/>
              </a:spcAft>
            </a:pPr>
            <a:r>
              <a:rPr lang="en-US" sz="1600" b="1" dirty="0">
                <a:solidFill>
                  <a:schemeClr val="tx1"/>
                </a:solidFill>
                <a:latin typeface="Bahnschrift Light SemiCondensed" panose="020B0502040204020203" pitchFamily="34" charset="0"/>
              </a:rPr>
              <a:t>Thomas </a:t>
            </a:r>
            <a:r>
              <a:rPr lang="en-US" sz="1600" b="1" dirty="0" err="1">
                <a:solidFill>
                  <a:schemeClr val="tx1"/>
                </a:solidFill>
                <a:latin typeface="Bahnschrift Light SemiCondensed" panose="020B0502040204020203" pitchFamily="34" charset="0"/>
              </a:rPr>
              <a:t>Goumont</a:t>
            </a:r>
            <a:r>
              <a:rPr lang="en-US" sz="1600" b="1" dirty="0">
                <a:solidFill>
                  <a:schemeClr val="tx1"/>
                </a:solidFill>
                <a:latin typeface="Bahnschrift Light SemiCondensed" panose="020B0502040204020203" pitchFamily="34" charset="0"/>
              </a:rPr>
              <a:t>, Melvin </a:t>
            </a:r>
            <a:r>
              <a:rPr lang="en-US" sz="1600" b="1" dirty="0" err="1">
                <a:solidFill>
                  <a:schemeClr val="tx1"/>
                </a:solidFill>
                <a:latin typeface="Bahnschrift Light SemiCondensed" panose="020B0502040204020203" pitchFamily="34" charset="0"/>
              </a:rPr>
              <a:t>Bazeille</a:t>
            </a:r>
            <a:r>
              <a:rPr lang="en-US" sz="1600" b="1" dirty="0">
                <a:solidFill>
                  <a:schemeClr val="tx1"/>
                </a:solidFill>
                <a:latin typeface="Bahnschrift Light SemiCondensed" panose="020B0502040204020203" pitchFamily="34" charset="0"/>
              </a:rPr>
              <a:t>, Vojtech John, </a:t>
            </a:r>
          </a:p>
          <a:p>
            <a:pPr algn="ctr">
              <a:spcAft>
                <a:spcPts val="600"/>
              </a:spcAft>
            </a:pPr>
            <a:r>
              <a:rPr lang="en-US" sz="1600" b="1" dirty="0">
                <a:solidFill>
                  <a:schemeClr val="tx1"/>
                </a:solidFill>
                <a:latin typeface="Bahnschrift Light SemiCondensed" panose="020B0502040204020203" pitchFamily="34" charset="0"/>
              </a:rPr>
              <a:t>Kassem Anis Bouali, Romita Pawar and Ines Ben Moussa</a:t>
            </a:r>
          </a:p>
          <a:p>
            <a:pPr algn="ctr">
              <a:spcAft>
                <a:spcPts val="600"/>
              </a:spcAft>
            </a:pPr>
            <a:endParaRPr lang="en-US" sz="1600" b="1" dirty="0">
              <a:solidFill>
                <a:schemeClr val="tx1"/>
              </a:solidFill>
              <a:latin typeface="Bahnschrift Light SemiCondensed" panose="020B0502040204020203" pitchFamily="34" charset="0"/>
            </a:endParaRPr>
          </a:p>
          <a:p>
            <a:pPr algn="ctr">
              <a:spcAft>
                <a:spcPts val="600"/>
              </a:spcAft>
            </a:pPr>
            <a:r>
              <a:rPr lang="en-US" sz="1600" b="1" dirty="0">
                <a:solidFill>
                  <a:schemeClr val="tx1"/>
                </a:solidFill>
                <a:latin typeface="Bahnschrift Light SemiCondensed" panose="020B0502040204020203" pitchFamily="34" charset="0"/>
              </a:rPr>
              <a:t>Supervised by Ondrej Dusek</a:t>
            </a:r>
          </a:p>
          <a:p>
            <a:pPr marL="0" lvl="0" indent="0" algn="l" rtl="0">
              <a:spcBef>
                <a:spcPts val="0"/>
              </a:spcBef>
              <a:spcAft>
                <a:spcPts val="0"/>
              </a:spcAft>
              <a:buNone/>
            </a:pPr>
            <a:endParaRPr sz="1800" dirty="0"/>
          </a:p>
        </p:txBody>
      </p:sp>
      <p:sp>
        <p:nvSpPr>
          <p:cNvPr id="50" name="Google Shape;50;p9">
            <a:extLst>
              <a:ext uri="{FF2B5EF4-FFF2-40B4-BE49-F238E27FC236}">
                <a16:creationId xmlns:a16="http://schemas.microsoft.com/office/drawing/2014/main" id="{8D5D060B-8EDC-B39D-5630-2BF8B563ED69}"/>
              </a:ext>
            </a:extLst>
          </p:cNvPr>
          <p:cNvSpPr txBox="1">
            <a:spLocks noGrp="1"/>
          </p:cNvSpPr>
          <p:nvPr>
            <p:ph type="subTitle" idx="2"/>
          </p:nvPr>
        </p:nvSpPr>
        <p:spPr>
          <a:xfrm>
            <a:off x="-8375" y="-16747"/>
            <a:ext cx="3424800" cy="376800"/>
          </a:xfrm>
          <a:prstGeom prst="rect">
            <a:avLst/>
          </a:prstGeom>
        </p:spPr>
        <p:txBody>
          <a:bodyPr spcFirstLastPara="1" wrap="square" lIns="91425" tIns="45700" rIns="91425" bIns="45700" anchor="t" anchorCtr="0">
            <a:noAutofit/>
          </a:bodyPr>
          <a:lstStyle/>
          <a:p>
            <a:pPr marL="0" lvl="0" indent="0" algn="l" rtl="0">
              <a:spcBef>
                <a:spcPts val="0"/>
              </a:spcBef>
              <a:spcAft>
                <a:spcPts val="1600"/>
              </a:spcAft>
              <a:buNone/>
            </a:pPr>
            <a:r>
              <a:rPr lang="en" dirty="0"/>
              <a:t>NPFL140: LLMs</a:t>
            </a:r>
            <a:endParaRPr dirty="0"/>
          </a:p>
        </p:txBody>
      </p:sp>
    </p:spTree>
    <p:extLst>
      <p:ext uri="{BB962C8B-B14F-4D97-AF65-F5344CB8AC3E}">
        <p14:creationId xmlns:p14="http://schemas.microsoft.com/office/powerpoint/2010/main" val="3018777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3E1E6-6A1E-ED1D-CBAA-AAE315FB5AC0}"/>
              </a:ext>
            </a:extLst>
          </p:cNvPr>
          <p:cNvSpPr>
            <a:spLocks noGrp="1"/>
          </p:cNvSpPr>
          <p:nvPr>
            <p:ph type="title"/>
          </p:nvPr>
        </p:nvSpPr>
        <p:spPr/>
        <p:txBody>
          <a:bodyPr/>
          <a:lstStyle/>
          <a:p>
            <a:r>
              <a:rPr lang="en-US" dirty="0"/>
              <a:t>Introduction</a:t>
            </a:r>
            <a:endParaRPr lang="en-IN" dirty="0"/>
          </a:p>
        </p:txBody>
      </p:sp>
    </p:spTree>
    <p:extLst>
      <p:ext uri="{BB962C8B-B14F-4D97-AF65-F5344CB8AC3E}">
        <p14:creationId xmlns:p14="http://schemas.microsoft.com/office/powerpoint/2010/main" val="1007087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0"/>
          <p:cNvSpPr txBox="1">
            <a:spLocks noGrp="1"/>
          </p:cNvSpPr>
          <p:nvPr>
            <p:ph type="subTitle" idx="2"/>
          </p:nvPr>
        </p:nvSpPr>
        <p:spPr>
          <a:xfrm>
            <a:off x="-8374" y="4928674"/>
            <a:ext cx="2386500" cy="223200"/>
          </a:xfrm>
          <a:prstGeom prst="rect">
            <a:avLst/>
          </a:prstGeom>
        </p:spPr>
        <p:txBody>
          <a:bodyPr spcFirstLastPara="1" wrap="square" lIns="91425" tIns="27425" rIns="91425" bIns="9125" anchor="t" anchorCtr="0">
            <a:noAutofit/>
          </a:bodyPr>
          <a:lstStyle/>
          <a:p>
            <a:pPr marL="0" lvl="0" indent="0" algn="l" rtl="0">
              <a:spcBef>
                <a:spcPts val="0"/>
              </a:spcBef>
              <a:spcAft>
                <a:spcPts val="1600"/>
              </a:spcAft>
              <a:buNone/>
            </a:pPr>
            <a:r>
              <a:rPr lang="fr-FR" dirty="0"/>
              <a:t>Introduction</a:t>
            </a:r>
            <a:endParaRPr dirty="0"/>
          </a:p>
        </p:txBody>
      </p:sp>
      <p:sp>
        <p:nvSpPr>
          <p:cNvPr id="57" name="Google Shape;57;p10"/>
          <p:cNvSpPr txBox="1">
            <a:spLocks noGrp="1"/>
          </p:cNvSpPr>
          <p:nvPr>
            <p:ph type="sldNum" idx="12"/>
          </p:nvPr>
        </p:nvSpPr>
        <p:spPr>
          <a:xfrm>
            <a:off x="8595300" y="4920297"/>
            <a:ext cx="548700" cy="2232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5</a:t>
            </a:fld>
            <a:endParaRPr/>
          </a:p>
        </p:txBody>
      </p:sp>
      <p:sp>
        <p:nvSpPr>
          <p:cNvPr id="58" name="Google Shape;58;p10"/>
          <p:cNvSpPr txBox="1">
            <a:spLocks noGrp="1"/>
          </p:cNvSpPr>
          <p:nvPr>
            <p:ph type="title"/>
          </p:nvPr>
        </p:nvSpPr>
        <p:spPr>
          <a:xfrm>
            <a:off x="0" y="0"/>
            <a:ext cx="9144000" cy="50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Introduction</a:t>
            </a:r>
            <a:endParaRPr dirty="0"/>
          </a:p>
        </p:txBody>
      </p:sp>
      <p:sp>
        <p:nvSpPr>
          <p:cNvPr id="3" name="TextBox 2">
            <a:extLst>
              <a:ext uri="{FF2B5EF4-FFF2-40B4-BE49-F238E27FC236}">
                <a16:creationId xmlns:a16="http://schemas.microsoft.com/office/drawing/2014/main" id="{505BE1F8-D688-0821-8340-D89069B6ACA6}"/>
              </a:ext>
            </a:extLst>
          </p:cNvPr>
          <p:cNvSpPr txBox="1"/>
          <p:nvPr/>
        </p:nvSpPr>
        <p:spPr>
          <a:xfrm>
            <a:off x="536619" y="1107232"/>
            <a:ext cx="8272529" cy="2677656"/>
          </a:xfrm>
          <a:prstGeom prst="rect">
            <a:avLst/>
          </a:prstGeom>
          <a:noFill/>
        </p:spPr>
        <p:txBody>
          <a:bodyPr wrap="square">
            <a:spAutoFit/>
          </a:bodyPr>
          <a:lstStyle/>
          <a:p>
            <a:pPr algn="just">
              <a:buNone/>
            </a:pPr>
            <a:r>
              <a:rPr lang="en-US" dirty="0"/>
              <a:t>In recent years, graph-to-text generation has emerged as a critical task in natural language generation (NLG), enabling the transformation of structured data into coherent, fluent text. This becomes increasingly complex and relevant when scaled to multilingual settings, where language-specific nuances must be considered alongside semantic accuracy.</a:t>
            </a:r>
          </a:p>
          <a:p>
            <a:pPr algn="just">
              <a:buNone/>
            </a:pPr>
            <a:r>
              <a:rPr lang="en-US" dirty="0"/>
              <a:t>This project explores multilingual graph-to-text generation using large language models (LLMs), evaluating their capacity to generalize across languages and structures within the GEM (Generation Evaluation Metrics) benchmark. We investigate different architectures and training protocols to assess how well LLMs can understand and verbalize graph-structured information in multiple languages.</a:t>
            </a:r>
          </a:p>
          <a:p>
            <a:pPr algn="just"/>
            <a:r>
              <a:rPr lang="en-US" dirty="0"/>
              <a:t>Our work contributes to a better understanding of how multilingual LLMs can be aligned with graph inputs, addressing both the scalability and adaptability of these models in cross-linguistic contexts. Through comprehensive validation, we aim to highlight key insights, challenges, and future directions for multilingual NLG from structured knowledge.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g35a4cc35f05_0_0"/>
          <p:cNvSpPr txBox="1">
            <a:spLocks noGrp="1"/>
          </p:cNvSpPr>
          <p:nvPr>
            <p:ph type="body" idx="1"/>
          </p:nvPr>
        </p:nvSpPr>
        <p:spPr>
          <a:xfrm>
            <a:off x="345200" y="623275"/>
            <a:ext cx="8520600" cy="41163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IN" b="1" i="1"/>
              <a:t>Input</a:t>
            </a:r>
            <a:r>
              <a:rPr lang="en-IN"/>
              <a:t>: a small knowledge graph (resp. triplets)</a:t>
            </a:r>
            <a:endParaRPr/>
          </a:p>
          <a:p>
            <a:pPr marL="457200" lvl="0" indent="-342900" algn="l" rtl="0">
              <a:spcBef>
                <a:spcPts val="0"/>
              </a:spcBef>
              <a:spcAft>
                <a:spcPts val="0"/>
              </a:spcAft>
              <a:buSzPts val="1800"/>
              <a:buChar char="-"/>
            </a:pPr>
            <a:r>
              <a:rPr lang="en-IN" b="1" i="1"/>
              <a:t>Task</a:t>
            </a:r>
            <a:r>
              <a:rPr lang="en-IN"/>
              <a:t>: generate text accurately representing the graph</a:t>
            </a:r>
            <a:endParaRPr/>
          </a:p>
          <a:p>
            <a:pPr marL="457200" lvl="0" indent="-342900" algn="l" rtl="0">
              <a:spcBef>
                <a:spcPts val="0"/>
              </a:spcBef>
              <a:spcAft>
                <a:spcPts val="0"/>
              </a:spcAft>
              <a:buSzPts val="1800"/>
              <a:buChar char="-"/>
            </a:pPr>
            <a:r>
              <a:rPr lang="en-IN" b="1" i="1"/>
              <a:t>Dataset</a:t>
            </a:r>
            <a:r>
              <a:rPr lang="en-IN"/>
              <a:t>: WebNLG</a:t>
            </a:r>
            <a:endParaRPr/>
          </a:p>
          <a:p>
            <a:pPr marL="914400" lvl="1" indent="-317500" algn="l" rtl="0">
              <a:spcBef>
                <a:spcPts val="0"/>
              </a:spcBef>
              <a:spcAft>
                <a:spcPts val="0"/>
              </a:spcAft>
              <a:buSzPts val="1400"/>
              <a:buChar char="-"/>
            </a:pPr>
            <a:r>
              <a:rPr lang="en-IN"/>
              <a:t>English to English</a:t>
            </a:r>
            <a:endParaRPr/>
          </a:p>
          <a:p>
            <a:pPr marL="914400" lvl="1" indent="-317500" algn="l" rtl="0">
              <a:spcBef>
                <a:spcPts val="0"/>
              </a:spcBef>
              <a:spcAft>
                <a:spcPts val="0"/>
              </a:spcAft>
              <a:buSzPts val="1400"/>
              <a:buChar char="-"/>
            </a:pPr>
            <a:r>
              <a:rPr lang="en-IN"/>
              <a:t>13K training triplets</a:t>
            </a:r>
            <a:endParaRPr/>
          </a:p>
          <a:p>
            <a:pPr marL="457200" lvl="0" indent="-342900" algn="l" rtl="0">
              <a:spcBef>
                <a:spcPts val="0"/>
              </a:spcBef>
              <a:spcAft>
                <a:spcPts val="0"/>
              </a:spcAft>
              <a:buSzPts val="1800"/>
              <a:buChar char="-"/>
            </a:pPr>
            <a:r>
              <a:rPr lang="en-IN" b="1" i="1"/>
              <a:t>Evaluation</a:t>
            </a:r>
            <a:endParaRPr b="1" i="1"/>
          </a:p>
          <a:p>
            <a:pPr marL="914400" lvl="1" indent="-317500" algn="l" rtl="0">
              <a:spcBef>
                <a:spcPts val="0"/>
              </a:spcBef>
              <a:spcAft>
                <a:spcPts val="0"/>
              </a:spcAft>
              <a:buSzPts val="1400"/>
              <a:buChar char="-"/>
            </a:pPr>
            <a:r>
              <a:rPr lang="en-IN"/>
              <a:t>Translation metrics (least bad)</a:t>
            </a:r>
            <a:endParaRPr/>
          </a:p>
          <a:p>
            <a:pPr marL="914400" lvl="1" indent="-317500" algn="l" rtl="0">
              <a:spcBef>
                <a:spcPts val="0"/>
              </a:spcBef>
              <a:spcAft>
                <a:spcPts val="0"/>
              </a:spcAft>
              <a:buSzPts val="1400"/>
              <a:buChar char="-"/>
            </a:pPr>
            <a:r>
              <a:rPr lang="en-IN"/>
              <a:t>BLEU for validation + BertScore for test</a:t>
            </a:r>
            <a:endParaRPr/>
          </a:p>
          <a:p>
            <a:pPr marL="457200" lvl="0" indent="0" algn="l" rtl="0">
              <a:spcBef>
                <a:spcPts val="0"/>
              </a:spcBef>
              <a:spcAft>
                <a:spcPts val="0"/>
              </a:spcAft>
              <a:buNone/>
            </a:pPr>
            <a:endParaRPr/>
          </a:p>
        </p:txBody>
      </p:sp>
      <p:sp>
        <p:nvSpPr>
          <p:cNvPr id="61" name="Google Shape;61;g35a4cc35f05_0_0"/>
          <p:cNvSpPr txBox="1">
            <a:spLocks noGrp="1"/>
          </p:cNvSpPr>
          <p:nvPr>
            <p:ph type="sldNum" idx="12"/>
          </p:nvPr>
        </p:nvSpPr>
        <p:spPr>
          <a:xfrm>
            <a:off x="8595300" y="4920297"/>
            <a:ext cx="548700" cy="2232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IN"/>
              <a:t>6</a:t>
            </a:fld>
            <a:endParaRPr/>
          </a:p>
        </p:txBody>
      </p:sp>
      <p:sp>
        <p:nvSpPr>
          <p:cNvPr id="62" name="Google Shape;62;g35a4cc35f05_0_0"/>
          <p:cNvSpPr txBox="1">
            <a:spLocks noGrp="1"/>
          </p:cNvSpPr>
          <p:nvPr>
            <p:ph type="subTitle" idx="2"/>
          </p:nvPr>
        </p:nvSpPr>
        <p:spPr>
          <a:xfrm>
            <a:off x="-8374" y="4928674"/>
            <a:ext cx="2386500" cy="223200"/>
          </a:xfrm>
          <a:prstGeom prst="rect">
            <a:avLst/>
          </a:prstGeom>
        </p:spPr>
        <p:txBody>
          <a:bodyPr spcFirstLastPara="1" wrap="square" lIns="91425" tIns="27425" rIns="91425" bIns="9125" anchor="t" anchorCtr="0">
            <a:noAutofit/>
          </a:bodyPr>
          <a:lstStyle/>
          <a:p>
            <a:pPr marL="0" lvl="0" indent="0" algn="l" rtl="0">
              <a:spcBef>
                <a:spcPts val="0"/>
              </a:spcBef>
              <a:spcAft>
                <a:spcPts val="0"/>
              </a:spcAft>
              <a:buNone/>
            </a:pPr>
            <a:endParaRPr/>
          </a:p>
        </p:txBody>
      </p:sp>
      <p:sp>
        <p:nvSpPr>
          <p:cNvPr id="63" name="Google Shape;63;g35a4cc35f05_0_0"/>
          <p:cNvSpPr txBox="1">
            <a:spLocks noGrp="1"/>
          </p:cNvSpPr>
          <p:nvPr>
            <p:ph type="title"/>
          </p:nvPr>
        </p:nvSpPr>
        <p:spPr>
          <a:xfrm>
            <a:off x="0" y="0"/>
            <a:ext cx="9144000" cy="50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a:t>Task setting</a:t>
            </a:r>
            <a:endParaRPr/>
          </a:p>
        </p:txBody>
      </p:sp>
      <p:pic>
        <p:nvPicPr>
          <p:cNvPr id="64" name="Google Shape;64;g35a4cc35f05_0_0"/>
          <p:cNvPicPr preferRelativeResize="0"/>
          <p:nvPr/>
        </p:nvPicPr>
        <p:blipFill rotWithShape="1">
          <a:blip r:embed="rId3">
            <a:alphaModFix/>
          </a:blip>
          <a:srcRect l="-101510" t="-10070" r="101510" b="10070"/>
          <a:stretch/>
        </p:blipFill>
        <p:spPr>
          <a:xfrm>
            <a:off x="345200" y="1831982"/>
            <a:ext cx="4168775" cy="2646125"/>
          </a:xfrm>
          <a:prstGeom prst="rect">
            <a:avLst/>
          </a:prstGeom>
          <a:noFill/>
          <a:ln>
            <a:noFill/>
          </a:ln>
        </p:spPr>
      </p:pic>
      <p:pic>
        <p:nvPicPr>
          <p:cNvPr id="65" name="Google Shape;65;g35a4cc35f05_0_0"/>
          <p:cNvPicPr preferRelativeResize="0"/>
          <p:nvPr/>
        </p:nvPicPr>
        <p:blipFill>
          <a:blip r:embed="rId3">
            <a:alphaModFix/>
          </a:blip>
          <a:stretch>
            <a:fillRect/>
          </a:stretch>
        </p:blipFill>
        <p:spPr>
          <a:xfrm>
            <a:off x="4827275" y="1627050"/>
            <a:ext cx="3587700" cy="2277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CCA81-709A-885C-F243-11613D87B8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7FCFB6-D0ED-339C-7EB1-3208ADFF715C}"/>
              </a:ext>
            </a:extLst>
          </p:cNvPr>
          <p:cNvSpPr>
            <a:spLocks noGrp="1"/>
          </p:cNvSpPr>
          <p:nvPr>
            <p:ph type="title"/>
          </p:nvPr>
        </p:nvSpPr>
        <p:spPr/>
        <p:txBody>
          <a:bodyPr/>
          <a:lstStyle/>
          <a:p>
            <a:r>
              <a:rPr lang="en-US" dirty="0"/>
              <a:t>Methodology</a:t>
            </a:r>
            <a:endParaRPr lang="en-IN" dirty="0"/>
          </a:p>
        </p:txBody>
      </p:sp>
    </p:spTree>
    <p:extLst>
      <p:ext uri="{BB962C8B-B14F-4D97-AF65-F5344CB8AC3E}">
        <p14:creationId xmlns:p14="http://schemas.microsoft.com/office/powerpoint/2010/main" val="3469791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4">
          <a:extLst>
            <a:ext uri="{FF2B5EF4-FFF2-40B4-BE49-F238E27FC236}">
              <a16:creationId xmlns:a16="http://schemas.microsoft.com/office/drawing/2014/main" id="{84120FBC-7020-CA16-9B3B-017A6D980E6F}"/>
            </a:ext>
          </a:extLst>
        </p:cNvPr>
        <p:cNvGrpSpPr/>
        <p:nvPr/>
      </p:nvGrpSpPr>
      <p:grpSpPr>
        <a:xfrm>
          <a:off x="0" y="0"/>
          <a:ext cx="0" cy="0"/>
          <a:chOff x="0" y="0"/>
          <a:chExt cx="0" cy="0"/>
        </a:xfrm>
      </p:grpSpPr>
      <p:sp>
        <p:nvSpPr>
          <p:cNvPr id="55" name="Google Shape;55;p10">
            <a:extLst>
              <a:ext uri="{FF2B5EF4-FFF2-40B4-BE49-F238E27FC236}">
                <a16:creationId xmlns:a16="http://schemas.microsoft.com/office/drawing/2014/main" id="{EAFEE7FE-568B-DDEA-EBB8-28149347A476}"/>
              </a:ext>
            </a:extLst>
          </p:cNvPr>
          <p:cNvSpPr txBox="1">
            <a:spLocks noGrp="1"/>
          </p:cNvSpPr>
          <p:nvPr>
            <p:ph type="subTitle" idx="2"/>
          </p:nvPr>
        </p:nvSpPr>
        <p:spPr>
          <a:xfrm>
            <a:off x="-8374" y="4928674"/>
            <a:ext cx="2386500" cy="223200"/>
          </a:xfrm>
          <a:prstGeom prst="rect">
            <a:avLst/>
          </a:prstGeom>
        </p:spPr>
        <p:txBody>
          <a:bodyPr spcFirstLastPara="1" wrap="square" lIns="91425" tIns="27425" rIns="91425" bIns="9125" anchor="t" anchorCtr="0">
            <a:noAutofit/>
          </a:bodyPr>
          <a:lstStyle/>
          <a:p>
            <a:pPr marL="0" lvl="0" indent="0" algn="l" rtl="0">
              <a:spcBef>
                <a:spcPts val="0"/>
              </a:spcBef>
              <a:spcAft>
                <a:spcPts val="1600"/>
              </a:spcAft>
              <a:buNone/>
            </a:pPr>
            <a:endParaRPr/>
          </a:p>
        </p:txBody>
      </p:sp>
      <p:sp>
        <p:nvSpPr>
          <p:cNvPr id="57" name="Google Shape;57;p10">
            <a:extLst>
              <a:ext uri="{FF2B5EF4-FFF2-40B4-BE49-F238E27FC236}">
                <a16:creationId xmlns:a16="http://schemas.microsoft.com/office/drawing/2014/main" id="{D40071A8-CB74-9418-66FB-65F770470590}"/>
              </a:ext>
            </a:extLst>
          </p:cNvPr>
          <p:cNvSpPr txBox="1">
            <a:spLocks noGrp="1"/>
          </p:cNvSpPr>
          <p:nvPr>
            <p:ph type="sldNum" idx="12"/>
          </p:nvPr>
        </p:nvSpPr>
        <p:spPr>
          <a:xfrm>
            <a:off x="8595300" y="4920297"/>
            <a:ext cx="548700" cy="2232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58" name="Google Shape;58;p10">
            <a:extLst>
              <a:ext uri="{FF2B5EF4-FFF2-40B4-BE49-F238E27FC236}">
                <a16:creationId xmlns:a16="http://schemas.microsoft.com/office/drawing/2014/main" id="{4CA8D578-0898-C388-3AD2-35BA6BCA9EEB}"/>
              </a:ext>
            </a:extLst>
          </p:cNvPr>
          <p:cNvSpPr txBox="1">
            <a:spLocks noGrp="1"/>
          </p:cNvSpPr>
          <p:nvPr>
            <p:ph type="title"/>
          </p:nvPr>
        </p:nvSpPr>
        <p:spPr>
          <a:xfrm>
            <a:off x="0" y="0"/>
            <a:ext cx="9144000" cy="50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Model Architecture</a:t>
            </a:r>
            <a:endParaRPr dirty="0"/>
          </a:p>
        </p:txBody>
      </p:sp>
      <p:pic>
        <p:nvPicPr>
          <p:cNvPr id="4" name="Picture 3">
            <a:extLst>
              <a:ext uri="{FF2B5EF4-FFF2-40B4-BE49-F238E27FC236}">
                <a16:creationId xmlns:a16="http://schemas.microsoft.com/office/drawing/2014/main" id="{B0BA7837-DBDA-140F-CFE2-E4A88DE65EB6}"/>
              </a:ext>
            </a:extLst>
          </p:cNvPr>
          <p:cNvPicPr>
            <a:picLocks noChangeAspect="1"/>
          </p:cNvPicPr>
          <p:nvPr/>
        </p:nvPicPr>
        <p:blipFill>
          <a:blip r:embed="rId3"/>
          <a:stretch>
            <a:fillRect/>
          </a:stretch>
        </p:blipFill>
        <p:spPr>
          <a:xfrm>
            <a:off x="367025" y="505800"/>
            <a:ext cx="8338494" cy="4185251"/>
          </a:xfrm>
          <a:prstGeom prst="rect">
            <a:avLst/>
          </a:prstGeom>
        </p:spPr>
      </p:pic>
      <p:pic>
        <p:nvPicPr>
          <p:cNvPr id="5" name="Picture 4">
            <a:extLst>
              <a:ext uri="{FF2B5EF4-FFF2-40B4-BE49-F238E27FC236}">
                <a16:creationId xmlns:a16="http://schemas.microsoft.com/office/drawing/2014/main" id="{D665291F-0F62-5F5A-EF7B-8E363AFAB4E6}"/>
              </a:ext>
            </a:extLst>
          </p:cNvPr>
          <p:cNvPicPr>
            <a:picLocks noChangeAspect="1"/>
          </p:cNvPicPr>
          <p:nvPr/>
        </p:nvPicPr>
        <p:blipFill>
          <a:blip r:embed="rId4"/>
          <a:stretch>
            <a:fillRect/>
          </a:stretch>
        </p:blipFill>
        <p:spPr>
          <a:xfrm>
            <a:off x="3360885" y="4070124"/>
            <a:ext cx="238167" cy="195489"/>
          </a:xfrm>
          <a:prstGeom prst="rect">
            <a:avLst/>
          </a:prstGeom>
        </p:spPr>
      </p:pic>
    </p:spTree>
    <p:extLst>
      <p:ext uri="{BB962C8B-B14F-4D97-AF65-F5344CB8AC3E}">
        <p14:creationId xmlns:p14="http://schemas.microsoft.com/office/powerpoint/2010/main" val="2157965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4">
          <a:extLst>
            <a:ext uri="{FF2B5EF4-FFF2-40B4-BE49-F238E27FC236}">
              <a16:creationId xmlns:a16="http://schemas.microsoft.com/office/drawing/2014/main" id="{22568B78-B1F8-6188-A716-7ABCED7F12A8}"/>
            </a:ext>
          </a:extLst>
        </p:cNvPr>
        <p:cNvGrpSpPr/>
        <p:nvPr/>
      </p:nvGrpSpPr>
      <p:grpSpPr>
        <a:xfrm>
          <a:off x="0" y="0"/>
          <a:ext cx="0" cy="0"/>
          <a:chOff x="0" y="0"/>
          <a:chExt cx="0" cy="0"/>
        </a:xfrm>
      </p:grpSpPr>
      <p:sp>
        <p:nvSpPr>
          <p:cNvPr id="55" name="Google Shape;55;p10">
            <a:extLst>
              <a:ext uri="{FF2B5EF4-FFF2-40B4-BE49-F238E27FC236}">
                <a16:creationId xmlns:a16="http://schemas.microsoft.com/office/drawing/2014/main" id="{C70A0F3B-481A-3E6E-B20D-ACFEDD6CD217}"/>
              </a:ext>
            </a:extLst>
          </p:cNvPr>
          <p:cNvSpPr txBox="1">
            <a:spLocks noGrp="1"/>
          </p:cNvSpPr>
          <p:nvPr>
            <p:ph type="subTitle" idx="2"/>
          </p:nvPr>
        </p:nvSpPr>
        <p:spPr>
          <a:xfrm>
            <a:off x="-8374" y="4928674"/>
            <a:ext cx="2386500" cy="223200"/>
          </a:xfrm>
          <a:prstGeom prst="rect">
            <a:avLst/>
          </a:prstGeom>
        </p:spPr>
        <p:txBody>
          <a:bodyPr spcFirstLastPara="1" wrap="square" lIns="91425" tIns="27425" rIns="91425" bIns="9125" anchor="t" anchorCtr="0">
            <a:noAutofit/>
          </a:bodyPr>
          <a:lstStyle/>
          <a:p>
            <a:pPr marL="0" lvl="0" indent="0" algn="l" rtl="0">
              <a:spcBef>
                <a:spcPts val="0"/>
              </a:spcBef>
              <a:spcAft>
                <a:spcPts val="1600"/>
              </a:spcAft>
              <a:buNone/>
            </a:pPr>
            <a:r>
              <a:rPr lang="fr-FR" dirty="0"/>
              <a:t>Workflow</a:t>
            </a:r>
            <a:endParaRPr dirty="0"/>
          </a:p>
        </p:txBody>
      </p:sp>
      <p:sp>
        <p:nvSpPr>
          <p:cNvPr id="57" name="Google Shape;57;p10">
            <a:extLst>
              <a:ext uri="{FF2B5EF4-FFF2-40B4-BE49-F238E27FC236}">
                <a16:creationId xmlns:a16="http://schemas.microsoft.com/office/drawing/2014/main" id="{F1E67A28-5B50-2DDE-B98A-05C5F637EA49}"/>
              </a:ext>
            </a:extLst>
          </p:cNvPr>
          <p:cNvSpPr txBox="1">
            <a:spLocks noGrp="1"/>
          </p:cNvSpPr>
          <p:nvPr>
            <p:ph type="sldNum" idx="12"/>
          </p:nvPr>
        </p:nvSpPr>
        <p:spPr>
          <a:xfrm>
            <a:off x="8595300" y="4920297"/>
            <a:ext cx="548700" cy="2232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58" name="Google Shape;58;p10">
            <a:extLst>
              <a:ext uri="{FF2B5EF4-FFF2-40B4-BE49-F238E27FC236}">
                <a16:creationId xmlns:a16="http://schemas.microsoft.com/office/drawing/2014/main" id="{E29768FD-7C85-6A45-4B39-A48CB4840048}"/>
              </a:ext>
            </a:extLst>
          </p:cNvPr>
          <p:cNvSpPr txBox="1">
            <a:spLocks noGrp="1"/>
          </p:cNvSpPr>
          <p:nvPr>
            <p:ph type="title"/>
          </p:nvPr>
        </p:nvSpPr>
        <p:spPr>
          <a:xfrm>
            <a:off x="0" y="0"/>
            <a:ext cx="9144000" cy="50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Training Protocol</a:t>
            </a:r>
            <a:endParaRPr dirty="0"/>
          </a:p>
        </p:txBody>
      </p:sp>
      <p:pic>
        <p:nvPicPr>
          <p:cNvPr id="3" name="Picture 2">
            <a:extLst>
              <a:ext uri="{FF2B5EF4-FFF2-40B4-BE49-F238E27FC236}">
                <a16:creationId xmlns:a16="http://schemas.microsoft.com/office/drawing/2014/main" id="{E13ACD9A-7A54-05E2-47B2-FDCD12391D86}"/>
              </a:ext>
            </a:extLst>
          </p:cNvPr>
          <p:cNvPicPr>
            <a:picLocks noChangeAspect="1"/>
          </p:cNvPicPr>
          <p:nvPr/>
        </p:nvPicPr>
        <p:blipFill>
          <a:blip r:embed="rId3"/>
          <a:stretch>
            <a:fillRect/>
          </a:stretch>
        </p:blipFill>
        <p:spPr>
          <a:xfrm>
            <a:off x="757237" y="995362"/>
            <a:ext cx="7629525" cy="3152775"/>
          </a:xfrm>
          <a:prstGeom prst="rect">
            <a:avLst/>
          </a:prstGeom>
        </p:spPr>
      </p:pic>
    </p:spTree>
    <p:extLst>
      <p:ext uri="{BB962C8B-B14F-4D97-AF65-F5344CB8AC3E}">
        <p14:creationId xmlns:p14="http://schemas.microsoft.com/office/powerpoint/2010/main" val="2604139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18C12-27D0-E01B-06CE-29C7C66657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9813FA-046D-1AD3-6CE9-0398A12CAD32}"/>
              </a:ext>
            </a:extLst>
          </p:cNvPr>
          <p:cNvSpPr>
            <a:spLocks noGrp="1"/>
          </p:cNvSpPr>
          <p:nvPr>
            <p:ph type="title"/>
          </p:nvPr>
        </p:nvSpPr>
        <p:spPr/>
        <p:txBody>
          <a:bodyPr/>
          <a:lstStyle/>
          <a:p>
            <a:r>
              <a:rPr lang="en-US" dirty="0"/>
              <a:t>Results</a:t>
            </a:r>
            <a:endParaRPr lang="en-IN" dirty="0"/>
          </a:p>
        </p:txBody>
      </p:sp>
    </p:spTree>
    <p:extLst>
      <p:ext uri="{BB962C8B-B14F-4D97-AF65-F5344CB8AC3E}">
        <p14:creationId xmlns:p14="http://schemas.microsoft.com/office/powerpoint/2010/main" val="1446269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4">
          <a:extLst>
            <a:ext uri="{FF2B5EF4-FFF2-40B4-BE49-F238E27FC236}">
              <a16:creationId xmlns:a16="http://schemas.microsoft.com/office/drawing/2014/main" id="{6EC23592-90D0-C390-19C7-9091EAAA6705}"/>
            </a:ext>
          </a:extLst>
        </p:cNvPr>
        <p:cNvGrpSpPr/>
        <p:nvPr/>
      </p:nvGrpSpPr>
      <p:grpSpPr>
        <a:xfrm>
          <a:off x="0" y="0"/>
          <a:ext cx="0" cy="0"/>
          <a:chOff x="0" y="0"/>
          <a:chExt cx="0" cy="0"/>
        </a:xfrm>
      </p:grpSpPr>
      <p:sp>
        <p:nvSpPr>
          <p:cNvPr id="55" name="Google Shape;55;p10">
            <a:extLst>
              <a:ext uri="{FF2B5EF4-FFF2-40B4-BE49-F238E27FC236}">
                <a16:creationId xmlns:a16="http://schemas.microsoft.com/office/drawing/2014/main" id="{71E917E2-3D71-2673-18C3-5979DF227CBC}"/>
              </a:ext>
            </a:extLst>
          </p:cNvPr>
          <p:cNvSpPr txBox="1">
            <a:spLocks noGrp="1"/>
          </p:cNvSpPr>
          <p:nvPr>
            <p:ph type="subTitle" idx="2"/>
          </p:nvPr>
        </p:nvSpPr>
        <p:spPr>
          <a:xfrm>
            <a:off x="-8374" y="4928674"/>
            <a:ext cx="2386500" cy="223200"/>
          </a:xfrm>
          <a:prstGeom prst="rect">
            <a:avLst/>
          </a:prstGeom>
        </p:spPr>
        <p:txBody>
          <a:bodyPr spcFirstLastPara="1" wrap="square" lIns="91425" tIns="27425" rIns="91425" bIns="9125" anchor="t" anchorCtr="0">
            <a:noAutofit/>
          </a:bodyPr>
          <a:lstStyle/>
          <a:p>
            <a:pPr marL="0" lvl="0" indent="0" algn="l" rtl="0">
              <a:spcBef>
                <a:spcPts val="0"/>
              </a:spcBef>
              <a:spcAft>
                <a:spcPts val="1600"/>
              </a:spcAft>
              <a:buNone/>
            </a:pPr>
            <a:r>
              <a:rPr lang="fr-FR" dirty="0"/>
              <a:t>Validation</a:t>
            </a:r>
            <a:endParaRPr dirty="0"/>
          </a:p>
        </p:txBody>
      </p:sp>
      <p:sp>
        <p:nvSpPr>
          <p:cNvPr id="57" name="Google Shape;57;p10">
            <a:extLst>
              <a:ext uri="{FF2B5EF4-FFF2-40B4-BE49-F238E27FC236}">
                <a16:creationId xmlns:a16="http://schemas.microsoft.com/office/drawing/2014/main" id="{CDEE6508-1000-839C-9ED7-BF2090D407C1}"/>
              </a:ext>
            </a:extLst>
          </p:cNvPr>
          <p:cNvSpPr txBox="1">
            <a:spLocks noGrp="1"/>
          </p:cNvSpPr>
          <p:nvPr>
            <p:ph type="sldNum" idx="12"/>
          </p:nvPr>
        </p:nvSpPr>
        <p:spPr>
          <a:xfrm>
            <a:off x="8595300" y="4920297"/>
            <a:ext cx="548700" cy="2232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11</a:t>
            </a:fld>
            <a:endParaRPr/>
          </a:p>
        </p:txBody>
      </p:sp>
      <p:sp>
        <p:nvSpPr>
          <p:cNvPr id="58" name="Google Shape;58;p10">
            <a:extLst>
              <a:ext uri="{FF2B5EF4-FFF2-40B4-BE49-F238E27FC236}">
                <a16:creationId xmlns:a16="http://schemas.microsoft.com/office/drawing/2014/main" id="{63BCEE30-C9A7-7E49-FE3A-2F51B96A5A2E}"/>
              </a:ext>
            </a:extLst>
          </p:cNvPr>
          <p:cNvSpPr txBox="1">
            <a:spLocks noGrp="1"/>
          </p:cNvSpPr>
          <p:nvPr>
            <p:ph type="title"/>
          </p:nvPr>
        </p:nvSpPr>
        <p:spPr>
          <a:xfrm>
            <a:off x="0" y="0"/>
            <a:ext cx="9144000" cy="50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Results</a:t>
            </a:r>
            <a:endParaRPr dirty="0"/>
          </a:p>
        </p:txBody>
      </p:sp>
      <p:pic>
        <p:nvPicPr>
          <p:cNvPr id="7" name="Picture 6">
            <a:extLst>
              <a:ext uri="{FF2B5EF4-FFF2-40B4-BE49-F238E27FC236}">
                <a16:creationId xmlns:a16="http://schemas.microsoft.com/office/drawing/2014/main" id="{83C1E51E-2DEF-1458-3B26-875371160919}"/>
              </a:ext>
            </a:extLst>
          </p:cNvPr>
          <p:cNvPicPr>
            <a:picLocks noChangeAspect="1"/>
          </p:cNvPicPr>
          <p:nvPr/>
        </p:nvPicPr>
        <p:blipFill>
          <a:blip r:embed="rId3"/>
          <a:stretch>
            <a:fillRect/>
          </a:stretch>
        </p:blipFill>
        <p:spPr>
          <a:xfrm>
            <a:off x="896392" y="892082"/>
            <a:ext cx="7351215" cy="3359335"/>
          </a:xfrm>
          <a:prstGeom prst="rect">
            <a:avLst/>
          </a:prstGeom>
        </p:spPr>
      </p:pic>
    </p:spTree>
    <p:extLst>
      <p:ext uri="{BB962C8B-B14F-4D97-AF65-F5344CB8AC3E}">
        <p14:creationId xmlns:p14="http://schemas.microsoft.com/office/powerpoint/2010/main" val="38839379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4">
          <a:extLst>
            <a:ext uri="{FF2B5EF4-FFF2-40B4-BE49-F238E27FC236}">
              <a16:creationId xmlns:a16="http://schemas.microsoft.com/office/drawing/2014/main" id="{10CF2941-A3A1-AABC-5507-FF5C1871EE9F}"/>
            </a:ext>
          </a:extLst>
        </p:cNvPr>
        <p:cNvGrpSpPr/>
        <p:nvPr/>
      </p:nvGrpSpPr>
      <p:grpSpPr>
        <a:xfrm>
          <a:off x="0" y="0"/>
          <a:ext cx="0" cy="0"/>
          <a:chOff x="0" y="0"/>
          <a:chExt cx="0" cy="0"/>
        </a:xfrm>
      </p:grpSpPr>
      <p:sp>
        <p:nvSpPr>
          <p:cNvPr id="55" name="Google Shape;55;p10">
            <a:extLst>
              <a:ext uri="{FF2B5EF4-FFF2-40B4-BE49-F238E27FC236}">
                <a16:creationId xmlns:a16="http://schemas.microsoft.com/office/drawing/2014/main" id="{84ADBA26-F915-EDB3-98DC-C6E62DF36CF3}"/>
              </a:ext>
            </a:extLst>
          </p:cNvPr>
          <p:cNvSpPr txBox="1">
            <a:spLocks noGrp="1"/>
          </p:cNvSpPr>
          <p:nvPr>
            <p:ph type="subTitle" idx="2"/>
          </p:nvPr>
        </p:nvSpPr>
        <p:spPr>
          <a:xfrm>
            <a:off x="-8374" y="4928674"/>
            <a:ext cx="2386500" cy="223200"/>
          </a:xfrm>
          <a:prstGeom prst="rect">
            <a:avLst/>
          </a:prstGeom>
        </p:spPr>
        <p:txBody>
          <a:bodyPr spcFirstLastPara="1" wrap="square" lIns="91425" tIns="27425" rIns="91425" bIns="9125" anchor="t" anchorCtr="0">
            <a:noAutofit/>
          </a:bodyPr>
          <a:lstStyle/>
          <a:p>
            <a:pPr marL="0" lvl="0" indent="0" algn="l" rtl="0">
              <a:spcBef>
                <a:spcPts val="0"/>
              </a:spcBef>
              <a:spcAft>
                <a:spcPts val="1600"/>
              </a:spcAft>
              <a:buNone/>
            </a:pPr>
            <a:r>
              <a:rPr lang="fr-FR" dirty="0"/>
              <a:t>Training</a:t>
            </a:r>
            <a:endParaRPr dirty="0"/>
          </a:p>
        </p:txBody>
      </p:sp>
      <p:sp>
        <p:nvSpPr>
          <p:cNvPr id="57" name="Google Shape;57;p10">
            <a:extLst>
              <a:ext uri="{FF2B5EF4-FFF2-40B4-BE49-F238E27FC236}">
                <a16:creationId xmlns:a16="http://schemas.microsoft.com/office/drawing/2014/main" id="{A8106CDC-383F-A2F3-8AE2-93233E5212EB}"/>
              </a:ext>
            </a:extLst>
          </p:cNvPr>
          <p:cNvSpPr txBox="1">
            <a:spLocks noGrp="1"/>
          </p:cNvSpPr>
          <p:nvPr>
            <p:ph type="sldNum" idx="12"/>
          </p:nvPr>
        </p:nvSpPr>
        <p:spPr>
          <a:xfrm>
            <a:off x="8595300" y="4920297"/>
            <a:ext cx="548700" cy="2232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58" name="Google Shape;58;p10">
            <a:extLst>
              <a:ext uri="{FF2B5EF4-FFF2-40B4-BE49-F238E27FC236}">
                <a16:creationId xmlns:a16="http://schemas.microsoft.com/office/drawing/2014/main" id="{6900B775-B1AF-4556-7FB2-6D522BBED687}"/>
              </a:ext>
            </a:extLst>
          </p:cNvPr>
          <p:cNvSpPr txBox="1">
            <a:spLocks noGrp="1"/>
          </p:cNvSpPr>
          <p:nvPr>
            <p:ph type="title"/>
          </p:nvPr>
        </p:nvSpPr>
        <p:spPr>
          <a:xfrm>
            <a:off x="0" y="0"/>
            <a:ext cx="9144000" cy="50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Results</a:t>
            </a:r>
            <a:endParaRPr dirty="0"/>
          </a:p>
        </p:txBody>
      </p:sp>
      <p:pic>
        <p:nvPicPr>
          <p:cNvPr id="9" name="Picture 8">
            <a:extLst>
              <a:ext uri="{FF2B5EF4-FFF2-40B4-BE49-F238E27FC236}">
                <a16:creationId xmlns:a16="http://schemas.microsoft.com/office/drawing/2014/main" id="{E1FC4DD4-D489-BACA-5E60-C8FA23CB3EFB}"/>
              </a:ext>
            </a:extLst>
          </p:cNvPr>
          <p:cNvPicPr>
            <a:picLocks noChangeAspect="1"/>
          </p:cNvPicPr>
          <p:nvPr/>
        </p:nvPicPr>
        <p:blipFill>
          <a:blip r:embed="rId3"/>
          <a:stretch>
            <a:fillRect/>
          </a:stretch>
        </p:blipFill>
        <p:spPr>
          <a:xfrm>
            <a:off x="950625" y="916866"/>
            <a:ext cx="7242750" cy="3309768"/>
          </a:xfrm>
          <a:prstGeom prst="rect">
            <a:avLst/>
          </a:prstGeom>
        </p:spPr>
      </p:pic>
    </p:spTree>
    <p:extLst>
      <p:ext uri="{BB962C8B-B14F-4D97-AF65-F5344CB8AC3E}">
        <p14:creationId xmlns:p14="http://schemas.microsoft.com/office/powerpoint/2010/main" val="1361167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4">
          <a:extLst>
            <a:ext uri="{FF2B5EF4-FFF2-40B4-BE49-F238E27FC236}">
              <a16:creationId xmlns:a16="http://schemas.microsoft.com/office/drawing/2014/main" id="{F70D26E7-EBB7-C14D-17F3-61253EFB6F46}"/>
            </a:ext>
          </a:extLst>
        </p:cNvPr>
        <p:cNvGrpSpPr/>
        <p:nvPr/>
      </p:nvGrpSpPr>
      <p:grpSpPr>
        <a:xfrm>
          <a:off x="0" y="0"/>
          <a:ext cx="0" cy="0"/>
          <a:chOff x="0" y="0"/>
          <a:chExt cx="0" cy="0"/>
        </a:xfrm>
      </p:grpSpPr>
      <p:sp>
        <p:nvSpPr>
          <p:cNvPr id="55" name="Google Shape;55;p10">
            <a:extLst>
              <a:ext uri="{FF2B5EF4-FFF2-40B4-BE49-F238E27FC236}">
                <a16:creationId xmlns:a16="http://schemas.microsoft.com/office/drawing/2014/main" id="{A7CF3619-4DBE-8291-1967-2E07988AE83C}"/>
              </a:ext>
            </a:extLst>
          </p:cNvPr>
          <p:cNvSpPr txBox="1">
            <a:spLocks noGrp="1"/>
          </p:cNvSpPr>
          <p:nvPr>
            <p:ph type="subTitle" idx="2"/>
          </p:nvPr>
        </p:nvSpPr>
        <p:spPr>
          <a:xfrm>
            <a:off x="-8374" y="4928674"/>
            <a:ext cx="2386500" cy="223200"/>
          </a:xfrm>
          <a:prstGeom prst="rect">
            <a:avLst/>
          </a:prstGeom>
        </p:spPr>
        <p:txBody>
          <a:bodyPr spcFirstLastPara="1" wrap="square" lIns="91425" tIns="27425" rIns="91425" bIns="9125" anchor="t" anchorCtr="0">
            <a:noAutofit/>
          </a:bodyPr>
          <a:lstStyle/>
          <a:p>
            <a:pPr marL="0" lvl="0" indent="0" algn="l" rtl="0">
              <a:spcBef>
                <a:spcPts val="0"/>
              </a:spcBef>
              <a:spcAft>
                <a:spcPts val="1600"/>
              </a:spcAft>
              <a:buNone/>
            </a:pPr>
            <a:r>
              <a:rPr lang="fr-FR" dirty="0"/>
              <a:t>Qualitative</a:t>
            </a:r>
            <a:endParaRPr dirty="0"/>
          </a:p>
        </p:txBody>
      </p:sp>
      <p:sp>
        <p:nvSpPr>
          <p:cNvPr id="57" name="Google Shape;57;p10">
            <a:extLst>
              <a:ext uri="{FF2B5EF4-FFF2-40B4-BE49-F238E27FC236}">
                <a16:creationId xmlns:a16="http://schemas.microsoft.com/office/drawing/2014/main" id="{230EA40B-9917-8C59-25D7-105F7E271116}"/>
              </a:ext>
            </a:extLst>
          </p:cNvPr>
          <p:cNvSpPr txBox="1">
            <a:spLocks noGrp="1"/>
          </p:cNvSpPr>
          <p:nvPr>
            <p:ph type="sldNum" idx="12"/>
          </p:nvPr>
        </p:nvSpPr>
        <p:spPr>
          <a:xfrm>
            <a:off x="8595300" y="4920297"/>
            <a:ext cx="548700" cy="2232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58" name="Google Shape;58;p10">
            <a:extLst>
              <a:ext uri="{FF2B5EF4-FFF2-40B4-BE49-F238E27FC236}">
                <a16:creationId xmlns:a16="http://schemas.microsoft.com/office/drawing/2014/main" id="{6B44437E-6D26-7E5D-ED38-3E907E94263A}"/>
              </a:ext>
            </a:extLst>
          </p:cNvPr>
          <p:cNvSpPr txBox="1">
            <a:spLocks noGrp="1"/>
          </p:cNvSpPr>
          <p:nvPr>
            <p:ph type="title"/>
          </p:nvPr>
        </p:nvSpPr>
        <p:spPr>
          <a:xfrm>
            <a:off x="-8374" y="7712"/>
            <a:ext cx="9144000" cy="50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Results</a:t>
            </a:r>
            <a:endParaRPr dirty="0"/>
          </a:p>
        </p:txBody>
      </p:sp>
      <p:graphicFrame>
        <p:nvGraphicFramePr>
          <p:cNvPr id="2" name="Table 1">
            <a:extLst>
              <a:ext uri="{FF2B5EF4-FFF2-40B4-BE49-F238E27FC236}">
                <a16:creationId xmlns:a16="http://schemas.microsoft.com/office/drawing/2014/main" id="{AF39FDBB-EF1C-0DCB-8A5B-2A27576C26F3}"/>
              </a:ext>
            </a:extLst>
          </p:cNvPr>
          <p:cNvGraphicFramePr>
            <a:graphicFrameLocks noGrp="1"/>
          </p:cNvGraphicFramePr>
          <p:nvPr>
            <p:extLst>
              <p:ext uri="{D42A27DB-BD31-4B8C-83A1-F6EECF244321}">
                <p14:modId xmlns:p14="http://schemas.microsoft.com/office/powerpoint/2010/main" val="3760527944"/>
              </p:ext>
            </p:extLst>
          </p:nvPr>
        </p:nvGraphicFramePr>
        <p:xfrm>
          <a:off x="311149" y="1379973"/>
          <a:ext cx="8521701" cy="2682240"/>
        </p:xfrm>
        <a:graphic>
          <a:graphicData uri="http://schemas.openxmlformats.org/drawingml/2006/table">
            <a:tbl>
              <a:tblPr/>
              <a:tblGrid>
                <a:gridCol w="2840567">
                  <a:extLst>
                    <a:ext uri="{9D8B030D-6E8A-4147-A177-3AD203B41FA5}">
                      <a16:colId xmlns:a16="http://schemas.microsoft.com/office/drawing/2014/main" val="1649281889"/>
                    </a:ext>
                  </a:extLst>
                </a:gridCol>
                <a:gridCol w="2750995">
                  <a:extLst>
                    <a:ext uri="{9D8B030D-6E8A-4147-A177-3AD203B41FA5}">
                      <a16:colId xmlns:a16="http://schemas.microsoft.com/office/drawing/2014/main" val="2481476770"/>
                    </a:ext>
                  </a:extLst>
                </a:gridCol>
                <a:gridCol w="2930139">
                  <a:extLst>
                    <a:ext uri="{9D8B030D-6E8A-4147-A177-3AD203B41FA5}">
                      <a16:colId xmlns:a16="http://schemas.microsoft.com/office/drawing/2014/main" val="46952071"/>
                    </a:ext>
                  </a:extLst>
                </a:gridCol>
              </a:tblGrid>
              <a:tr h="304800">
                <a:tc>
                  <a:txBody>
                    <a:bodyPr/>
                    <a:lstStyle/>
                    <a:p>
                      <a:r>
                        <a:rPr lang="en-IN" sz="1400"/>
                        <a:t>Subject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400" dirty="0"/>
                        <a:t>Predicate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400" dirty="0"/>
                        <a:t>Object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5452930"/>
                  </a:ext>
                </a:extLst>
              </a:tr>
              <a:tr h="518160">
                <a:tc>
                  <a:txBody>
                    <a:bodyPr/>
                    <a:lstStyle/>
                    <a:p>
                      <a:r>
                        <a:rPr lang="pt-BR" sz="1400"/>
                        <a:t>Estádio Municipal Coaracy da Mata Fonseca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400" dirty="0"/>
                        <a:t>location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400" dirty="0" err="1"/>
                        <a:t>Arapiraca</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55237420"/>
                  </a:ext>
                </a:extLst>
              </a:tr>
              <a:tr h="518160">
                <a:tc>
                  <a:txBody>
                    <a:bodyPr/>
                    <a:lstStyle/>
                    <a:p>
                      <a:r>
                        <a:rPr lang="en-IN" sz="1400"/>
                        <a:t>Agremiação Sportiva Arapiraquense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400"/>
                        <a:t>league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400" dirty="0"/>
                        <a:t>Campeonato Brasileiro Série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3522038"/>
                  </a:ext>
                </a:extLst>
              </a:tr>
              <a:tr h="304800">
                <a:tc>
                  <a:txBody>
                    <a:bodyPr/>
                    <a:lstStyle/>
                    <a:p>
                      <a:r>
                        <a:rPr lang="en-IN" sz="1400"/>
                        <a:t>Campeonato Brasileiro Série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400"/>
                        <a:t>country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400"/>
                        <a:t>Brazil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0169332"/>
                  </a:ext>
                </a:extLst>
              </a:tr>
              <a:tr h="518160">
                <a:tc>
                  <a:txBody>
                    <a:bodyPr/>
                    <a:lstStyle/>
                    <a:p>
                      <a:r>
                        <a:rPr lang="en-IN" sz="1400" dirty="0" err="1"/>
                        <a:t>Agremiação</a:t>
                      </a:r>
                      <a:r>
                        <a:rPr lang="en-IN" sz="1400" dirty="0"/>
                        <a:t> </a:t>
                      </a:r>
                      <a:r>
                        <a:rPr lang="en-IN" sz="1400" dirty="0" err="1"/>
                        <a:t>Sportiva</a:t>
                      </a:r>
                      <a:r>
                        <a:rPr lang="en-IN" sz="1400" dirty="0"/>
                        <a:t> </a:t>
                      </a:r>
                      <a:r>
                        <a:rPr lang="en-IN" sz="1400" dirty="0" err="1"/>
                        <a:t>Arapiraquense</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400"/>
                        <a:t>nickname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400"/>
                        <a:t>Alvinegro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07822169"/>
                  </a:ext>
                </a:extLst>
              </a:tr>
              <a:tr h="518160">
                <a:tc>
                  <a:txBody>
                    <a:bodyPr/>
                    <a:lstStyle/>
                    <a:p>
                      <a:r>
                        <a:rPr lang="en-IN" sz="1400"/>
                        <a:t>Agremiação Sportiva Arapiraquense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400" dirty="0"/>
                        <a:t>ground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pt-BR" sz="1400" dirty="0"/>
                        <a:t>Estádio Municipal Coaracy da Mata Fonseca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13566262"/>
                  </a:ext>
                </a:extLst>
              </a:tr>
            </a:tbl>
          </a:graphicData>
        </a:graphic>
      </p:graphicFrame>
    </p:spTree>
    <p:extLst>
      <p:ext uri="{BB962C8B-B14F-4D97-AF65-F5344CB8AC3E}">
        <p14:creationId xmlns:p14="http://schemas.microsoft.com/office/powerpoint/2010/main" val="2748553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
          <a:extLst>
            <a:ext uri="{FF2B5EF4-FFF2-40B4-BE49-F238E27FC236}">
              <a16:creationId xmlns:a16="http://schemas.microsoft.com/office/drawing/2014/main" id="{571B0560-C319-6405-CA48-19C5BDA9D7D6}"/>
            </a:ext>
          </a:extLst>
        </p:cNvPr>
        <p:cNvGrpSpPr/>
        <p:nvPr/>
      </p:nvGrpSpPr>
      <p:grpSpPr>
        <a:xfrm>
          <a:off x="0" y="0"/>
          <a:ext cx="0" cy="0"/>
          <a:chOff x="0" y="0"/>
          <a:chExt cx="0" cy="0"/>
        </a:xfrm>
      </p:grpSpPr>
      <p:sp>
        <p:nvSpPr>
          <p:cNvPr id="55" name="Google Shape;55;p10">
            <a:extLst>
              <a:ext uri="{FF2B5EF4-FFF2-40B4-BE49-F238E27FC236}">
                <a16:creationId xmlns:a16="http://schemas.microsoft.com/office/drawing/2014/main" id="{D1619698-9E13-6FC0-FD4E-895161007FA0}"/>
              </a:ext>
            </a:extLst>
          </p:cNvPr>
          <p:cNvSpPr txBox="1">
            <a:spLocks noGrp="1"/>
          </p:cNvSpPr>
          <p:nvPr>
            <p:ph type="subTitle" idx="2"/>
          </p:nvPr>
        </p:nvSpPr>
        <p:spPr>
          <a:xfrm>
            <a:off x="-8374" y="4928674"/>
            <a:ext cx="2386500" cy="223200"/>
          </a:xfrm>
          <a:prstGeom prst="rect">
            <a:avLst/>
          </a:prstGeom>
        </p:spPr>
        <p:txBody>
          <a:bodyPr spcFirstLastPara="1" wrap="square" lIns="91425" tIns="27425" rIns="91425" bIns="9125" anchor="t" anchorCtr="0">
            <a:noAutofit/>
          </a:bodyPr>
          <a:lstStyle/>
          <a:p>
            <a:pPr marL="0" lvl="0" indent="0" algn="l" rtl="0">
              <a:spcBef>
                <a:spcPts val="0"/>
              </a:spcBef>
              <a:spcAft>
                <a:spcPts val="1600"/>
              </a:spcAft>
              <a:buNone/>
            </a:pPr>
            <a:r>
              <a:rPr lang="fr-FR" dirty="0"/>
              <a:t>Qualitative</a:t>
            </a:r>
            <a:endParaRPr dirty="0"/>
          </a:p>
        </p:txBody>
      </p:sp>
      <p:sp>
        <p:nvSpPr>
          <p:cNvPr id="57" name="Google Shape;57;p10">
            <a:extLst>
              <a:ext uri="{FF2B5EF4-FFF2-40B4-BE49-F238E27FC236}">
                <a16:creationId xmlns:a16="http://schemas.microsoft.com/office/drawing/2014/main" id="{9933FB12-5868-DB86-1C89-9969A4000718}"/>
              </a:ext>
            </a:extLst>
          </p:cNvPr>
          <p:cNvSpPr txBox="1">
            <a:spLocks noGrp="1"/>
          </p:cNvSpPr>
          <p:nvPr>
            <p:ph type="sldNum" idx="12"/>
          </p:nvPr>
        </p:nvSpPr>
        <p:spPr>
          <a:xfrm>
            <a:off x="8595300" y="4920297"/>
            <a:ext cx="548700" cy="2232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14</a:t>
            </a:fld>
            <a:endParaRPr/>
          </a:p>
        </p:txBody>
      </p:sp>
      <p:sp>
        <p:nvSpPr>
          <p:cNvPr id="58" name="Google Shape;58;p10">
            <a:extLst>
              <a:ext uri="{FF2B5EF4-FFF2-40B4-BE49-F238E27FC236}">
                <a16:creationId xmlns:a16="http://schemas.microsoft.com/office/drawing/2014/main" id="{6848C789-2E25-75C2-FF66-993FC0FF65FB}"/>
              </a:ext>
            </a:extLst>
          </p:cNvPr>
          <p:cNvSpPr txBox="1">
            <a:spLocks noGrp="1"/>
          </p:cNvSpPr>
          <p:nvPr>
            <p:ph type="title"/>
          </p:nvPr>
        </p:nvSpPr>
        <p:spPr>
          <a:xfrm>
            <a:off x="-8374" y="7712"/>
            <a:ext cx="9144000" cy="50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Results</a:t>
            </a:r>
            <a:endParaRPr dirty="0"/>
          </a:p>
        </p:txBody>
      </p:sp>
      <p:graphicFrame>
        <p:nvGraphicFramePr>
          <p:cNvPr id="3" name="Table 2">
            <a:extLst>
              <a:ext uri="{FF2B5EF4-FFF2-40B4-BE49-F238E27FC236}">
                <a16:creationId xmlns:a16="http://schemas.microsoft.com/office/drawing/2014/main" id="{C400F8FB-670F-CC05-09B1-CE13CFE92DDE}"/>
              </a:ext>
            </a:extLst>
          </p:cNvPr>
          <p:cNvGraphicFramePr>
            <a:graphicFrameLocks noGrp="1"/>
          </p:cNvGraphicFramePr>
          <p:nvPr>
            <p:extLst>
              <p:ext uri="{D42A27DB-BD31-4B8C-83A1-F6EECF244321}">
                <p14:modId xmlns:p14="http://schemas.microsoft.com/office/powerpoint/2010/main" val="1188292962"/>
              </p:ext>
            </p:extLst>
          </p:nvPr>
        </p:nvGraphicFramePr>
        <p:xfrm>
          <a:off x="591056" y="581817"/>
          <a:ext cx="7961887" cy="4450080"/>
        </p:xfrm>
        <a:graphic>
          <a:graphicData uri="http://schemas.openxmlformats.org/drawingml/2006/table">
            <a:tbl>
              <a:tblPr firstRow="1" bandRow="1">
                <a:tableStyleId>{5C22544A-7EE6-4342-B048-85BDC9FD1C3A}</a:tableStyleId>
              </a:tblPr>
              <a:tblGrid>
                <a:gridCol w="3705225">
                  <a:extLst>
                    <a:ext uri="{9D8B030D-6E8A-4147-A177-3AD203B41FA5}">
                      <a16:colId xmlns:a16="http://schemas.microsoft.com/office/drawing/2014/main" val="1107049752"/>
                    </a:ext>
                  </a:extLst>
                </a:gridCol>
                <a:gridCol w="4256662">
                  <a:extLst>
                    <a:ext uri="{9D8B030D-6E8A-4147-A177-3AD203B41FA5}">
                      <a16:colId xmlns:a16="http://schemas.microsoft.com/office/drawing/2014/main" val="4152345109"/>
                    </a:ext>
                  </a:extLst>
                </a:gridCol>
              </a:tblGrid>
              <a:tr h="688801">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dirty="0"/>
                        <a:t>Text References (Ground Truth Sentences) –input-</a:t>
                      </a:r>
                    </a:p>
                    <a:p>
                      <a:endParaRPr lang="fr-DZ" dirty="0"/>
                    </a:p>
                  </a:txBody>
                  <a:tcPr/>
                </a:tc>
                <a:tc>
                  <a:txBody>
                    <a:bodyPr/>
                    <a:lstStyle/>
                    <a:p>
                      <a:pPr algn="ctr"/>
                      <a:r>
                        <a:rPr lang="fr-FR" dirty="0" err="1"/>
                        <a:t>Prediction</a:t>
                      </a:r>
                      <a:r>
                        <a:rPr lang="fr-FR" dirty="0"/>
                        <a:t> –output-</a:t>
                      </a:r>
                      <a:endParaRPr lang="fr-DZ" dirty="0"/>
                    </a:p>
                  </a:txBody>
                  <a:tcPr/>
                </a:tc>
                <a:extLst>
                  <a:ext uri="{0D108BD9-81ED-4DB2-BD59-A6C34878D82A}">
                    <a16:rowId xmlns:a16="http://schemas.microsoft.com/office/drawing/2014/main" val="1954677899"/>
                  </a:ext>
                </a:extLst>
              </a:tr>
              <a:tr h="3501407">
                <a:tc>
                  <a:txBody>
                    <a:bodyPr/>
                    <a:lstStyle/>
                    <a:p>
                      <a:pPr algn="l"/>
                      <a:r>
                        <a:rPr lang="en-IN" sz="1400" dirty="0"/>
                        <a:t>- Estádio Municipal </a:t>
                      </a:r>
                      <a:r>
                        <a:rPr lang="en-IN" sz="1400" dirty="0" err="1"/>
                        <a:t>Coaracy</a:t>
                      </a:r>
                      <a:r>
                        <a:rPr lang="en-IN" sz="1400" dirty="0"/>
                        <a:t> da Mata Fonseca is the name of the ground of </a:t>
                      </a:r>
                      <a:r>
                        <a:rPr lang="en-IN" sz="1400" dirty="0" err="1"/>
                        <a:t>Agremiação</a:t>
                      </a:r>
                      <a:r>
                        <a:rPr lang="en-IN" sz="1400" dirty="0"/>
                        <a:t> </a:t>
                      </a:r>
                      <a:r>
                        <a:rPr lang="en-IN" sz="1400" dirty="0" err="1"/>
                        <a:t>Sportiva</a:t>
                      </a:r>
                      <a:r>
                        <a:rPr lang="en-IN" sz="1400" dirty="0"/>
                        <a:t> </a:t>
                      </a:r>
                      <a:r>
                        <a:rPr lang="en-IN" sz="1400" dirty="0" err="1"/>
                        <a:t>Arapiraquense</a:t>
                      </a:r>
                      <a:r>
                        <a:rPr lang="en-IN" sz="1400" dirty="0"/>
                        <a:t> in </a:t>
                      </a:r>
                      <a:r>
                        <a:rPr lang="en-IN" sz="1400" dirty="0" err="1"/>
                        <a:t>Arapiraca</a:t>
                      </a:r>
                      <a:r>
                        <a:rPr lang="en-IN" sz="1400" dirty="0"/>
                        <a:t>.</a:t>
                      </a:r>
                    </a:p>
                    <a:p>
                      <a:pPr algn="l"/>
                      <a:endParaRPr lang="en-IN" sz="1400" dirty="0"/>
                    </a:p>
                    <a:p>
                      <a:pPr marL="0" indent="0" algn="l">
                        <a:buFontTx/>
                        <a:buNone/>
                      </a:pPr>
                      <a:r>
                        <a:rPr lang="en-IN" sz="1400" dirty="0"/>
                        <a:t>- </a:t>
                      </a:r>
                      <a:r>
                        <a:rPr lang="en-IN" sz="1400" dirty="0" err="1"/>
                        <a:t>Agremiação</a:t>
                      </a:r>
                      <a:r>
                        <a:rPr lang="en-IN" sz="1400" dirty="0"/>
                        <a:t> </a:t>
                      </a:r>
                      <a:r>
                        <a:rPr lang="en-IN" sz="1400" dirty="0" err="1"/>
                        <a:t>Sportiva</a:t>
                      </a:r>
                      <a:r>
                        <a:rPr lang="en-IN" sz="1400" dirty="0"/>
                        <a:t> </a:t>
                      </a:r>
                      <a:r>
                        <a:rPr lang="en-IN" sz="1400" dirty="0" err="1"/>
                        <a:t>Arapiraquense</a:t>
                      </a:r>
                      <a:r>
                        <a:rPr lang="en-IN" sz="1400" dirty="0"/>
                        <a:t>, nicknamed </a:t>
                      </a:r>
                      <a:r>
                        <a:rPr lang="en-IN" sz="1400" dirty="0" err="1"/>
                        <a:t>Alvinegro</a:t>
                      </a:r>
                      <a:r>
                        <a:rPr lang="en-IN" sz="1400" dirty="0"/>
                        <a:t>, lay in the Campeonato Brasileiro Série C league from Brazil.</a:t>
                      </a:r>
                    </a:p>
                    <a:p>
                      <a:pPr marL="285750" indent="-285750" algn="l">
                        <a:buFontTx/>
                        <a:buChar char="-"/>
                      </a:pPr>
                      <a:endParaRPr lang="en-IN" sz="1400" dirty="0"/>
                    </a:p>
                    <a:p>
                      <a:pPr marL="0" indent="0" algn="l">
                        <a:buFontTx/>
                        <a:buNone/>
                      </a:pPr>
                      <a:r>
                        <a:rPr lang="en-IN" sz="1400" dirty="0"/>
                        <a:t>- Estádio Municipal </a:t>
                      </a:r>
                      <a:r>
                        <a:rPr lang="en-IN" sz="1400" dirty="0" err="1"/>
                        <a:t>Coaracy</a:t>
                      </a:r>
                      <a:r>
                        <a:rPr lang="en-IN" sz="1400" dirty="0"/>
                        <a:t> da Mata Fonseca is the name of the ground of </a:t>
                      </a:r>
                      <a:r>
                        <a:rPr lang="en-IN" sz="1400" dirty="0" err="1"/>
                        <a:t>Agremiação</a:t>
                      </a:r>
                      <a:r>
                        <a:rPr lang="en-IN" sz="1400" dirty="0"/>
                        <a:t> </a:t>
                      </a:r>
                      <a:r>
                        <a:rPr lang="en-IN" sz="1400" dirty="0" err="1"/>
                        <a:t>Sportiva</a:t>
                      </a:r>
                      <a:r>
                        <a:rPr lang="en-IN" sz="1400" dirty="0"/>
                        <a:t> </a:t>
                      </a:r>
                      <a:r>
                        <a:rPr lang="en-IN" sz="1400" dirty="0" err="1"/>
                        <a:t>Arapiraquense</a:t>
                      </a:r>
                      <a:r>
                        <a:rPr lang="en-IN" sz="1400" dirty="0"/>
                        <a:t> in </a:t>
                      </a:r>
                      <a:r>
                        <a:rPr lang="en-IN" sz="1400" dirty="0" err="1"/>
                        <a:t>Arapiraca</a:t>
                      </a:r>
                      <a:r>
                        <a:rPr lang="en-IN" sz="1400" dirty="0"/>
                        <a:t>. </a:t>
                      </a:r>
                      <a:r>
                        <a:rPr lang="en-IN" sz="1400" dirty="0" err="1"/>
                        <a:t>Alvinegro</a:t>
                      </a:r>
                      <a:r>
                        <a:rPr lang="en-IN" sz="1400" dirty="0"/>
                        <a:t>, the nickname of </a:t>
                      </a:r>
                      <a:r>
                        <a:rPr lang="en-IN" sz="1400" dirty="0" err="1"/>
                        <a:t>Agremiação</a:t>
                      </a:r>
                      <a:r>
                        <a:rPr lang="en-IN" sz="1400" dirty="0"/>
                        <a:t> </a:t>
                      </a:r>
                      <a:r>
                        <a:rPr lang="en-IN" sz="1400" dirty="0" err="1"/>
                        <a:t>Sportiva</a:t>
                      </a:r>
                      <a:r>
                        <a:rPr lang="en-IN" sz="1400" dirty="0"/>
                        <a:t> </a:t>
                      </a:r>
                      <a:r>
                        <a:rPr lang="en-IN" sz="1400" dirty="0" err="1"/>
                        <a:t>Arapiraquense</a:t>
                      </a:r>
                      <a:r>
                        <a:rPr lang="en-IN" sz="1400" dirty="0"/>
                        <a:t>, play in the Campeonato Brasileiro Série C league from Brazil.</a:t>
                      </a:r>
                    </a:p>
                    <a:p>
                      <a:endParaRPr lang="fr-DZ" dirty="0"/>
                    </a:p>
                  </a:txBody>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The </a:t>
                      </a:r>
                      <a:r>
                        <a:rPr kumimoji="0" lang="en-US" altLang="en-US" b="1" i="0" u="none" strike="noStrike" cap="none" normalizeH="0" baseline="0" dirty="0" err="1">
                          <a:ln>
                            <a:noFill/>
                          </a:ln>
                          <a:solidFill>
                            <a:schemeClr val="tx1"/>
                          </a:solidFill>
                          <a:effectLst/>
                          <a:latin typeface="Arial" panose="020B0604020202020204" pitchFamily="34" charset="0"/>
                        </a:rPr>
                        <a:t>Agremiação</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Sportiva</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Arapiraquense</a:t>
                      </a:r>
                      <a:r>
                        <a:rPr kumimoji="0" lang="en-US" altLang="en-US" b="1" i="0" u="none" strike="noStrike" cap="none" normalizeH="0" baseline="0" dirty="0">
                          <a:ln>
                            <a:noFill/>
                          </a:ln>
                          <a:solidFill>
                            <a:schemeClr val="tx1"/>
                          </a:solidFill>
                          <a:effectLst/>
                          <a:latin typeface="Arial" panose="020B0604020202020204" pitchFamily="34" charset="0"/>
                        </a:rPr>
                        <a:t> plays in the Campeonato Brasileiro Série C league in Brazil. The ground of the club is the Estádio Municipal </a:t>
                      </a:r>
                      <a:r>
                        <a:rPr kumimoji="0" lang="en-US" altLang="en-US" b="1" i="0" u="none" strike="noStrike" cap="none" normalizeH="0" baseline="0" dirty="0" err="1">
                          <a:ln>
                            <a:noFill/>
                          </a:ln>
                          <a:solidFill>
                            <a:schemeClr val="tx1"/>
                          </a:solidFill>
                          <a:effectLst/>
                          <a:latin typeface="Arial" panose="020B0604020202020204" pitchFamily="34" charset="0"/>
                        </a:rPr>
                        <a:t>Coaracy</a:t>
                      </a:r>
                      <a:r>
                        <a:rPr kumimoji="0" lang="en-US" altLang="en-US" b="1" i="0" u="none" strike="noStrike" cap="none" normalizeH="0" baseline="0" dirty="0">
                          <a:ln>
                            <a:noFill/>
                          </a:ln>
                          <a:solidFill>
                            <a:schemeClr val="tx1"/>
                          </a:solidFill>
                          <a:effectLst/>
                          <a:latin typeface="Arial" panose="020B0604020202020204" pitchFamily="34" charset="0"/>
                        </a:rPr>
                        <a:t> da Mata Fonseca located in </a:t>
                      </a:r>
                      <a:r>
                        <a:rPr kumimoji="0" lang="en-US" altLang="en-US" b="1" i="0" u="none" strike="noStrike" cap="none" normalizeH="0" baseline="0" dirty="0" err="1">
                          <a:ln>
                            <a:noFill/>
                          </a:ln>
                          <a:solidFill>
                            <a:schemeClr val="tx1"/>
                          </a:solidFill>
                          <a:effectLst/>
                          <a:latin typeface="Arial" panose="020B0604020202020204" pitchFamily="34" charset="0"/>
                        </a:rPr>
                        <a:t>Arapiraca</a:t>
                      </a:r>
                      <a:r>
                        <a:rPr kumimoji="0" lang="en-US" altLang="en-US" b="1" i="0" u="none" strike="noStrike" cap="none" normalizeH="0" baseline="0" dirty="0">
                          <a:ln>
                            <a:noFill/>
                          </a:ln>
                          <a:solidFill>
                            <a:schemeClr val="tx1"/>
                          </a:solidFill>
                          <a:effectLst/>
                          <a:latin typeface="Arial" panose="020B0604020202020204" pitchFamily="34" charset="0"/>
                        </a:rPr>
                        <a:t>. The team is called </a:t>
                      </a:r>
                      <a:r>
                        <a:rPr kumimoji="0" lang="en-US" altLang="en-US" b="1" i="0" u="none" strike="noStrike" cap="none" normalizeH="0" baseline="0" dirty="0" err="1">
                          <a:ln>
                            <a:noFill/>
                          </a:ln>
                          <a:solidFill>
                            <a:schemeClr val="tx1"/>
                          </a:solidFill>
                          <a:effectLst/>
                          <a:latin typeface="Arial" panose="020B0604020202020204" pitchFamily="34" charset="0"/>
                        </a:rPr>
                        <a:t>Alvinegro</a:t>
                      </a:r>
                      <a:r>
                        <a:rPr kumimoji="0" lang="en-US" altLang="en-US" b="1" i="0" u="none" strike="noStrike" cap="none" normalizeH="0" baseline="0" dirty="0">
                          <a:ln>
                            <a:noFill/>
                          </a:ln>
                          <a:solidFill>
                            <a:schemeClr val="tx1"/>
                          </a:solidFill>
                          <a:effectLst/>
                          <a:latin typeface="Arial" panose="020B0604020202020204" pitchFamily="34" charset="0"/>
                        </a:rPr>
                        <a:t>.</a:t>
                      </a:r>
                      <a:endParaRPr kumimoji="0" lang="en-US" altLang="en-US" sz="4800" b="0" i="0" u="none" strike="noStrike" cap="none" normalizeH="0" baseline="0" dirty="0">
                        <a:ln>
                          <a:noFill/>
                        </a:ln>
                        <a:solidFill>
                          <a:schemeClr val="tx1"/>
                        </a:solidFill>
                        <a:effectLst/>
                        <a:latin typeface="Arial" panose="020B0604020202020204" pitchFamily="34" charset="0"/>
                      </a:endParaRPr>
                    </a:p>
                    <a:p>
                      <a:endParaRPr lang="fr-DZ" dirty="0"/>
                    </a:p>
                  </a:txBody>
                  <a:tcPr/>
                </a:tc>
                <a:extLst>
                  <a:ext uri="{0D108BD9-81ED-4DB2-BD59-A6C34878D82A}">
                    <a16:rowId xmlns:a16="http://schemas.microsoft.com/office/drawing/2014/main" val="3721068187"/>
                  </a:ext>
                </a:extLst>
              </a:tr>
            </a:tbl>
          </a:graphicData>
        </a:graphic>
      </p:graphicFrame>
    </p:spTree>
    <p:extLst>
      <p:ext uri="{BB962C8B-B14F-4D97-AF65-F5344CB8AC3E}">
        <p14:creationId xmlns:p14="http://schemas.microsoft.com/office/powerpoint/2010/main" val="3373317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g247373a90043751a_0"/>
          <p:cNvSpPr txBox="1">
            <a:spLocks noGrp="1"/>
          </p:cNvSpPr>
          <p:nvPr>
            <p:ph type="body" idx="1"/>
          </p:nvPr>
        </p:nvSpPr>
        <p:spPr>
          <a:xfrm>
            <a:off x="345200" y="623275"/>
            <a:ext cx="8520600" cy="41163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IN"/>
              <a:t>validation metrics: </a:t>
            </a:r>
            <a:r>
              <a:rPr lang="en-IN" b="1" i="1"/>
              <a:t>BLEU</a:t>
            </a:r>
            <a:endParaRPr b="1" i="1"/>
          </a:p>
          <a:p>
            <a:pPr marL="457200" lvl="0" indent="-342900" algn="l" rtl="0">
              <a:spcBef>
                <a:spcPts val="0"/>
              </a:spcBef>
              <a:spcAft>
                <a:spcPts val="0"/>
              </a:spcAft>
              <a:buSzPts val="1800"/>
              <a:buChar char="-"/>
            </a:pPr>
            <a:r>
              <a:rPr lang="en-IN"/>
              <a:t>test metrics: </a:t>
            </a:r>
            <a:r>
              <a:rPr lang="en-IN" b="1" i="1"/>
              <a:t>ExactMatch, BLEU, Bertscore</a:t>
            </a:r>
            <a:r>
              <a:rPr lang="en-IN"/>
              <a:t> (i.e. cosine distance od BERT embeddings) </a:t>
            </a:r>
            <a:endParaRPr/>
          </a:p>
          <a:p>
            <a:pPr marL="457200" lvl="0" indent="-342900" algn="l" rtl="0">
              <a:spcBef>
                <a:spcPts val="0"/>
              </a:spcBef>
              <a:spcAft>
                <a:spcPts val="0"/>
              </a:spcAft>
              <a:buSzPts val="1800"/>
              <a:buChar char="-"/>
            </a:pPr>
            <a:r>
              <a:rPr lang="en-IN"/>
              <a:t>Very similar results across models</a:t>
            </a:r>
            <a:endParaRPr/>
          </a:p>
        </p:txBody>
      </p:sp>
      <p:sp>
        <p:nvSpPr>
          <p:cNvPr id="128" name="Google Shape;128;g247373a90043751a_0"/>
          <p:cNvSpPr txBox="1">
            <a:spLocks noGrp="1"/>
          </p:cNvSpPr>
          <p:nvPr>
            <p:ph type="sldNum" idx="12"/>
          </p:nvPr>
        </p:nvSpPr>
        <p:spPr>
          <a:xfrm>
            <a:off x="8595300" y="4920297"/>
            <a:ext cx="548700" cy="2232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IN"/>
              <a:t>15</a:t>
            </a:fld>
            <a:endParaRPr/>
          </a:p>
        </p:txBody>
      </p:sp>
      <p:sp>
        <p:nvSpPr>
          <p:cNvPr id="129" name="Google Shape;129;g247373a90043751a_0"/>
          <p:cNvSpPr txBox="1">
            <a:spLocks noGrp="1"/>
          </p:cNvSpPr>
          <p:nvPr>
            <p:ph type="subTitle" idx="2"/>
          </p:nvPr>
        </p:nvSpPr>
        <p:spPr>
          <a:xfrm>
            <a:off x="-8374" y="4928674"/>
            <a:ext cx="2386500" cy="223200"/>
          </a:xfrm>
          <a:prstGeom prst="rect">
            <a:avLst/>
          </a:prstGeom>
        </p:spPr>
        <p:txBody>
          <a:bodyPr spcFirstLastPara="1" wrap="square" lIns="91425" tIns="27425" rIns="91425" bIns="9125" anchor="t" anchorCtr="0">
            <a:noAutofit/>
          </a:bodyPr>
          <a:lstStyle/>
          <a:p>
            <a:pPr marL="0" lvl="0" indent="0" algn="l" rtl="0">
              <a:spcBef>
                <a:spcPts val="0"/>
              </a:spcBef>
              <a:spcAft>
                <a:spcPts val="0"/>
              </a:spcAft>
              <a:buNone/>
            </a:pPr>
            <a:endParaRPr/>
          </a:p>
        </p:txBody>
      </p:sp>
      <p:sp>
        <p:nvSpPr>
          <p:cNvPr id="130" name="Google Shape;130;g247373a90043751a_0"/>
          <p:cNvSpPr txBox="1">
            <a:spLocks noGrp="1"/>
          </p:cNvSpPr>
          <p:nvPr>
            <p:ph type="title"/>
          </p:nvPr>
        </p:nvSpPr>
        <p:spPr>
          <a:xfrm>
            <a:off x="0" y="0"/>
            <a:ext cx="9144000" cy="50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a:t>Evaluation</a:t>
            </a:r>
            <a:endParaRPr/>
          </a:p>
        </p:txBody>
      </p:sp>
      <p:graphicFrame>
        <p:nvGraphicFramePr>
          <p:cNvPr id="131" name="Google Shape;131;g247373a90043751a_0"/>
          <p:cNvGraphicFramePr/>
          <p:nvPr/>
        </p:nvGraphicFramePr>
        <p:xfrm>
          <a:off x="904025" y="2003775"/>
          <a:ext cx="7239000" cy="2773470"/>
        </p:xfrm>
        <a:graphic>
          <a:graphicData uri="http://schemas.openxmlformats.org/drawingml/2006/table">
            <a:tbl>
              <a:tblPr>
                <a:noFill/>
              </a:tblPr>
              <a:tblGrid>
                <a:gridCol w="18097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en-IN"/>
                        <a:t>Exact match</a:t>
                      </a:r>
                      <a:endParaRPr/>
                    </a:p>
                  </a:txBody>
                  <a:tcPr marL="91425" marR="91425" marT="91425" marB="91425"/>
                </a:tc>
                <a:tc>
                  <a:txBody>
                    <a:bodyPr/>
                    <a:lstStyle/>
                    <a:p>
                      <a:pPr marL="0" lvl="0" indent="0" algn="l" rtl="0">
                        <a:spcBef>
                          <a:spcPts val="0"/>
                        </a:spcBef>
                        <a:spcAft>
                          <a:spcPts val="0"/>
                        </a:spcAft>
                        <a:buNone/>
                      </a:pPr>
                      <a:r>
                        <a:rPr lang="en-IN"/>
                        <a:t>BLEU</a:t>
                      </a:r>
                      <a:endParaRPr/>
                    </a:p>
                  </a:txBody>
                  <a:tcPr marL="91425" marR="91425" marT="91425" marB="91425"/>
                </a:tc>
                <a:tc>
                  <a:txBody>
                    <a:bodyPr/>
                    <a:lstStyle/>
                    <a:p>
                      <a:pPr marL="0" lvl="0" indent="0" algn="l" rtl="0">
                        <a:spcBef>
                          <a:spcPts val="0"/>
                        </a:spcBef>
                        <a:spcAft>
                          <a:spcPts val="0"/>
                        </a:spcAft>
                        <a:buNone/>
                      </a:pPr>
                      <a:r>
                        <a:rPr lang="en-IN"/>
                        <a:t>BERT score</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IN"/>
                        <a:t>LLAMA tiny</a:t>
                      </a:r>
                      <a:endParaRPr/>
                    </a:p>
                  </a:txBody>
                  <a:tcPr marL="91425" marR="91425" marT="91425" marB="91425"/>
                </a:tc>
                <a:tc>
                  <a:txBody>
                    <a:bodyPr/>
                    <a:lstStyle/>
                    <a:p>
                      <a:pPr marL="0" lvl="0" indent="0" algn="l" rtl="0">
                        <a:spcBef>
                          <a:spcPts val="0"/>
                        </a:spcBef>
                        <a:spcAft>
                          <a:spcPts val="0"/>
                        </a:spcAft>
                        <a:buNone/>
                      </a:pPr>
                      <a:r>
                        <a:rPr lang="en-IN"/>
                        <a:t>0.049</a:t>
                      </a:r>
                      <a:endParaRPr/>
                    </a:p>
                  </a:txBody>
                  <a:tcPr marL="91425" marR="91425" marT="91425" marB="91425"/>
                </a:tc>
                <a:tc>
                  <a:txBody>
                    <a:bodyPr/>
                    <a:lstStyle/>
                    <a:p>
                      <a:pPr marL="0" lvl="0" indent="0" algn="l" rtl="0">
                        <a:spcBef>
                          <a:spcPts val="0"/>
                        </a:spcBef>
                        <a:spcAft>
                          <a:spcPts val="0"/>
                        </a:spcAft>
                        <a:buNone/>
                      </a:pPr>
                      <a:r>
                        <a:rPr lang="en-IN"/>
                        <a:t>48.48</a:t>
                      </a:r>
                      <a:endParaRPr/>
                    </a:p>
                  </a:txBody>
                  <a:tcPr marL="91425" marR="91425" marT="91425" marB="91425"/>
                </a:tc>
                <a:tc>
                  <a:txBody>
                    <a:bodyPr/>
                    <a:lstStyle/>
                    <a:p>
                      <a:pPr marL="0" lvl="0" indent="0" algn="l" rtl="0">
                        <a:spcBef>
                          <a:spcPts val="0"/>
                        </a:spcBef>
                        <a:spcAft>
                          <a:spcPts val="0"/>
                        </a:spcAft>
                        <a:buNone/>
                      </a:pPr>
                      <a:r>
                        <a:rPr lang="en-IN"/>
                        <a:t>0.952</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IN"/>
                        <a:t>LLAMA 2-7b </a:t>
                      </a:r>
                      <a:endParaRPr/>
                    </a:p>
                  </a:txBody>
                  <a:tcPr marL="91425" marR="91425" marT="91425" marB="91425"/>
                </a:tc>
                <a:tc>
                  <a:txBody>
                    <a:bodyPr/>
                    <a:lstStyle/>
                    <a:p>
                      <a:pPr marL="0" lvl="0" indent="0" algn="l" rtl="0">
                        <a:spcBef>
                          <a:spcPts val="0"/>
                        </a:spcBef>
                        <a:spcAft>
                          <a:spcPts val="0"/>
                        </a:spcAft>
                        <a:buNone/>
                      </a:pPr>
                      <a:r>
                        <a:rPr lang="en-IN" b="1"/>
                        <a:t>0.063</a:t>
                      </a:r>
                      <a:endParaRPr b="1"/>
                    </a:p>
                  </a:txBody>
                  <a:tcPr marL="91425" marR="91425" marT="91425" marB="91425"/>
                </a:tc>
                <a:tc>
                  <a:txBody>
                    <a:bodyPr/>
                    <a:lstStyle/>
                    <a:p>
                      <a:pPr marL="0" lvl="0" indent="0" algn="l" rtl="0">
                        <a:spcBef>
                          <a:spcPts val="0"/>
                        </a:spcBef>
                        <a:spcAft>
                          <a:spcPts val="0"/>
                        </a:spcAft>
                        <a:buNone/>
                      </a:pPr>
                      <a:r>
                        <a:rPr lang="en-IN" b="1"/>
                        <a:t>49.95</a:t>
                      </a:r>
                      <a:endParaRPr b="1"/>
                    </a:p>
                  </a:txBody>
                  <a:tcPr marL="91425" marR="91425" marT="91425" marB="91425"/>
                </a:tc>
                <a:tc>
                  <a:txBody>
                    <a:bodyPr/>
                    <a:lstStyle/>
                    <a:p>
                      <a:pPr marL="0" lvl="0" indent="0" algn="l" rtl="0">
                        <a:spcBef>
                          <a:spcPts val="0"/>
                        </a:spcBef>
                        <a:spcAft>
                          <a:spcPts val="0"/>
                        </a:spcAft>
                        <a:buNone/>
                      </a:pPr>
                      <a:r>
                        <a:rPr lang="en-IN" b="1"/>
                        <a:t>0.958</a:t>
                      </a:r>
                      <a:endParaRPr b="1"/>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IN"/>
                        <a:t>Graph - gat_lora</a:t>
                      </a:r>
                      <a:endParaRPr/>
                    </a:p>
                  </a:txBody>
                  <a:tcPr marL="91425" marR="91425" marT="91425" marB="91425"/>
                </a:tc>
                <a:tc>
                  <a:txBody>
                    <a:bodyPr/>
                    <a:lstStyle/>
                    <a:p>
                      <a:pPr marL="0" lvl="0" indent="0" algn="l" rtl="0">
                        <a:spcBef>
                          <a:spcPts val="0"/>
                        </a:spcBef>
                        <a:spcAft>
                          <a:spcPts val="0"/>
                        </a:spcAft>
                        <a:buNone/>
                      </a:pPr>
                      <a:r>
                        <a:rPr lang="en-IN"/>
                        <a:t>0.053</a:t>
                      </a:r>
                      <a:endParaRPr/>
                    </a:p>
                  </a:txBody>
                  <a:tcPr marL="91425" marR="91425" marT="91425" marB="91425"/>
                </a:tc>
                <a:tc>
                  <a:txBody>
                    <a:bodyPr/>
                    <a:lstStyle/>
                    <a:p>
                      <a:pPr marL="0" lvl="0" indent="0" algn="l" rtl="0">
                        <a:spcBef>
                          <a:spcPts val="0"/>
                        </a:spcBef>
                        <a:spcAft>
                          <a:spcPts val="0"/>
                        </a:spcAft>
                        <a:buNone/>
                      </a:pPr>
                      <a:r>
                        <a:rPr lang="en-IN"/>
                        <a:t>47.69</a:t>
                      </a:r>
                      <a:endParaRPr/>
                    </a:p>
                  </a:txBody>
                  <a:tcPr marL="91425" marR="91425" marT="91425" marB="91425"/>
                </a:tc>
                <a:tc>
                  <a:txBody>
                    <a:bodyPr/>
                    <a:lstStyle/>
                    <a:p>
                      <a:pPr marL="0" lvl="0" indent="0" algn="l" rtl="0">
                        <a:spcBef>
                          <a:spcPts val="0"/>
                        </a:spcBef>
                        <a:spcAft>
                          <a:spcPts val="0"/>
                        </a:spcAft>
                        <a:buNone/>
                      </a:pPr>
                      <a:r>
                        <a:rPr lang="en-IN"/>
                        <a:t>0.954</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IN"/>
                        <a:t>Graph - gt_lora</a:t>
                      </a:r>
                      <a:endParaRPr/>
                    </a:p>
                  </a:txBody>
                  <a:tcPr marL="91425" marR="91425" marT="91425" marB="91425"/>
                </a:tc>
                <a:tc>
                  <a:txBody>
                    <a:bodyPr/>
                    <a:lstStyle/>
                    <a:p>
                      <a:pPr marL="0" lvl="0" indent="0" algn="l" rtl="0">
                        <a:spcBef>
                          <a:spcPts val="0"/>
                        </a:spcBef>
                        <a:spcAft>
                          <a:spcPts val="0"/>
                        </a:spcAft>
                        <a:buNone/>
                      </a:pPr>
                      <a:r>
                        <a:rPr lang="en-IN"/>
                        <a:t>0.056</a:t>
                      </a:r>
                      <a:endParaRPr/>
                    </a:p>
                  </a:txBody>
                  <a:tcPr marL="91425" marR="91425" marT="91425" marB="91425"/>
                </a:tc>
                <a:tc>
                  <a:txBody>
                    <a:bodyPr/>
                    <a:lstStyle/>
                    <a:p>
                      <a:pPr marL="0" lvl="0" indent="0" algn="l" rtl="0">
                        <a:spcBef>
                          <a:spcPts val="0"/>
                        </a:spcBef>
                        <a:spcAft>
                          <a:spcPts val="0"/>
                        </a:spcAft>
                        <a:buNone/>
                      </a:pPr>
                      <a:r>
                        <a:rPr lang="en-IN"/>
                        <a:t>48.70</a:t>
                      </a:r>
                      <a:endParaRPr/>
                    </a:p>
                  </a:txBody>
                  <a:tcPr marL="91425" marR="91425" marT="91425" marB="91425"/>
                </a:tc>
                <a:tc>
                  <a:txBody>
                    <a:bodyPr/>
                    <a:lstStyle/>
                    <a:p>
                      <a:pPr marL="0" lvl="0" indent="0" algn="l" rtl="0">
                        <a:spcBef>
                          <a:spcPts val="0"/>
                        </a:spcBef>
                        <a:spcAft>
                          <a:spcPts val="0"/>
                        </a:spcAft>
                        <a:buNone/>
                      </a:pPr>
                      <a:r>
                        <a:rPr lang="en-IN"/>
                        <a:t>0.954</a:t>
                      </a:r>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IN"/>
                        <a:t>Graph - gt</a:t>
                      </a:r>
                      <a:endParaRPr/>
                    </a:p>
                  </a:txBody>
                  <a:tcPr marL="91425" marR="91425" marT="91425" marB="91425"/>
                </a:tc>
                <a:tc>
                  <a:txBody>
                    <a:bodyPr/>
                    <a:lstStyle/>
                    <a:p>
                      <a:pPr marL="0" lvl="0" indent="0" algn="l" rtl="0">
                        <a:spcBef>
                          <a:spcPts val="0"/>
                        </a:spcBef>
                        <a:spcAft>
                          <a:spcPts val="0"/>
                        </a:spcAft>
                        <a:buNone/>
                      </a:pPr>
                      <a:r>
                        <a:rPr lang="en-IN"/>
                        <a:t>0.056</a:t>
                      </a:r>
                      <a:endParaRPr/>
                    </a:p>
                  </a:txBody>
                  <a:tcPr marL="91425" marR="91425" marT="91425" marB="91425"/>
                </a:tc>
                <a:tc>
                  <a:txBody>
                    <a:bodyPr/>
                    <a:lstStyle/>
                    <a:p>
                      <a:pPr marL="0" lvl="0" indent="0" algn="l" rtl="0">
                        <a:spcBef>
                          <a:spcPts val="0"/>
                        </a:spcBef>
                        <a:spcAft>
                          <a:spcPts val="0"/>
                        </a:spcAft>
                        <a:buNone/>
                      </a:pPr>
                      <a:r>
                        <a:rPr lang="en-IN"/>
                        <a:t>47.02</a:t>
                      </a:r>
                      <a:endParaRPr/>
                    </a:p>
                  </a:txBody>
                  <a:tcPr marL="91425" marR="91425" marT="91425" marB="91425"/>
                </a:tc>
                <a:tc>
                  <a:txBody>
                    <a:bodyPr/>
                    <a:lstStyle/>
                    <a:p>
                      <a:pPr marL="0" lvl="0" indent="0" algn="l" rtl="0">
                        <a:spcBef>
                          <a:spcPts val="0"/>
                        </a:spcBef>
                        <a:spcAft>
                          <a:spcPts val="0"/>
                        </a:spcAft>
                        <a:buNone/>
                      </a:pPr>
                      <a:r>
                        <a:rPr lang="en-IN"/>
                        <a:t>0.951</a:t>
                      </a:r>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IN"/>
                        <a:t>Graph - gat</a:t>
                      </a:r>
                      <a:endParaRPr/>
                    </a:p>
                  </a:txBody>
                  <a:tcPr marL="91425" marR="91425" marT="91425" marB="91425"/>
                </a:tc>
                <a:tc>
                  <a:txBody>
                    <a:bodyPr/>
                    <a:lstStyle/>
                    <a:p>
                      <a:pPr marL="0" lvl="0" indent="0" algn="l" rtl="0">
                        <a:spcBef>
                          <a:spcPts val="0"/>
                        </a:spcBef>
                        <a:spcAft>
                          <a:spcPts val="0"/>
                        </a:spcAft>
                        <a:buNone/>
                      </a:pPr>
                      <a:r>
                        <a:rPr lang="en-IN"/>
                        <a:t>0.052</a:t>
                      </a:r>
                      <a:endParaRPr/>
                    </a:p>
                  </a:txBody>
                  <a:tcPr marL="91425" marR="91425" marT="91425" marB="91425"/>
                </a:tc>
                <a:tc>
                  <a:txBody>
                    <a:bodyPr/>
                    <a:lstStyle/>
                    <a:p>
                      <a:pPr marL="0" lvl="0" indent="0" algn="l" rtl="0">
                        <a:spcBef>
                          <a:spcPts val="0"/>
                        </a:spcBef>
                        <a:spcAft>
                          <a:spcPts val="0"/>
                        </a:spcAft>
                        <a:buNone/>
                      </a:pPr>
                      <a:r>
                        <a:rPr lang="en-IN"/>
                        <a:t>46.08</a:t>
                      </a:r>
                      <a:endParaRPr/>
                    </a:p>
                  </a:txBody>
                  <a:tcPr marL="91425" marR="91425" marT="91425" marB="91425"/>
                </a:tc>
                <a:tc>
                  <a:txBody>
                    <a:bodyPr/>
                    <a:lstStyle/>
                    <a:p>
                      <a:pPr marL="0" lvl="0" indent="0" algn="l" rtl="0">
                        <a:spcBef>
                          <a:spcPts val="0"/>
                        </a:spcBef>
                        <a:spcAft>
                          <a:spcPts val="0"/>
                        </a:spcAft>
                        <a:buNone/>
                      </a:pPr>
                      <a:r>
                        <a:rPr lang="en-IN"/>
                        <a:t>0.952</a:t>
                      </a:r>
                      <a:endParaRPr/>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2"/>
          <p:cNvSpPr txBox="1">
            <a:spLocks noGrp="1"/>
          </p:cNvSpPr>
          <p:nvPr>
            <p:ph type="sldNum" idx="12"/>
          </p:nvPr>
        </p:nvSpPr>
        <p:spPr>
          <a:xfrm>
            <a:off x="8595300" y="4920297"/>
            <a:ext cx="548700" cy="2232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16</a:t>
            </a:fld>
            <a:endParaRPr/>
          </a:p>
        </p:txBody>
      </p:sp>
      <p:sp>
        <p:nvSpPr>
          <p:cNvPr id="72" name="Google Shape;72;p12"/>
          <p:cNvSpPr txBox="1">
            <a:spLocks noGrp="1"/>
          </p:cNvSpPr>
          <p:nvPr>
            <p:ph type="title"/>
          </p:nvPr>
        </p:nvSpPr>
        <p:spPr>
          <a:xfrm>
            <a:off x="0" y="0"/>
            <a:ext cx="9144000" cy="50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References</a:t>
            </a:r>
            <a:endParaRPr dirty="0"/>
          </a:p>
        </p:txBody>
      </p:sp>
      <p:sp>
        <p:nvSpPr>
          <p:cNvPr id="2" name="TextBox 1">
            <a:extLst>
              <a:ext uri="{FF2B5EF4-FFF2-40B4-BE49-F238E27FC236}">
                <a16:creationId xmlns:a16="http://schemas.microsoft.com/office/drawing/2014/main" id="{616BC86D-EAE4-C312-E5B0-2021BBDDB287}"/>
              </a:ext>
            </a:extLst>
          </p:cNvPr>
          <p:cNvSpPr txBox="1"/>
          <p:nvPr/>
        </p:nvSpPr>
        <p:spPr>
          <a:xfrm>
            <a:off x="115229" y="645885"/>
            <a:ext cx="8913541" cy="4247317"/>
          </a:xfrm>
          <a:prstGeom prst="rect">
            <a:avLst/>
          </a:prstGeom>
          <a:noFill/>
        </p:spPr>
        <p:txBody>
          <a:bodyPr wrap="square" rtlCol="0">
            <a:spAutoFit/>
          </a:bodyPr>
          <a:lstStyle/>
          <a:p>
            <a:pPr>
              <a:buNone/>
            </a:pPr>
            <a:r>
              <a:rPr lang="en-IN" sz="900" b="1" dirty="0"/>
              <a:t>1. Hu et al. (2024)</a:t>
            </a:r>
            <a:br>
              <a:rPr lang="en-IN" sz="900" dirty="0"/>
            </a:br>
            <a:r>
              <a:rPr lang="en-IN" sz="900" dirty="0"/>
              <a:t>Hu, Y., Lei, Z., Zhang, Z., Pan, B., Ling, C., &amp; Zhao, L. (2024). </a:t>
            </a:r>
            <a:r>
              <a:rPr lang="en-IN" sz="900" i="1" dirty="0"/>
              <a:t>GRAG: Graph Retrieval-Augmented Generation</a:t>
            </a:r>
            <a:r>
              <a:rPr lang="en-IN" sz="900" dirty="0"/>
              <a:t>. </a:t>
            </a:r>
            <a:r>
              <a:rPr lang="en-IN" sz="900" dirty="0" err="1"/>
              <a:t>arXiv</a:t>
            </a:r>
            <a:r>
              <a:rPr lang="en-IN" sz="900" dirty="0"/>
              <a:t>. </a:t>
            </a:r>
            <a:r>
              <a:rPr lang="en-IN" sz="900" dirty="0">
                <a:hlinkClick r:id="rId3"/>
              </a:rPr>
              <a:t>https://arxiv.org/abs/2405.16506</a:t>
            </a:r>
            <a:endParaRPr lang="en-IN" sz="900" dirty="0"/>
          </a:p>
          <a:p>
            <a:pPr>
              <a:buNone/>
            </a:pPr>
            <a:r>
              <a:rPr lang="en-IN" sz="900" b="1" dirty="0"/>
              <a:t>2. </a:t>
            </a:r>
            <a:r>
              <a:rPr lang="en-IN" sz="900" b="1" dirty="0" err="1"/>
              <a:t>Moussallem</a:t>
            </a:r>
            <a:r>
              <a:rPr lang="en-IN" sz="900" b="1" dirty="0"/>
              <a:t> (2020)</a:t>
            </a:r>
            <a:br>
              <a:rPr lang="en-IN" sz="900" dirty="0"/>
            </a:br>
            <a:r>
              <a:rPr lang="en-IN" sz="900" dirty="0" err="1"/>
              <a:t>Moussallem</a:t>
            </a:r>
            <a:r>
              <a:rPr lang="en-IN" sz="900" dirty="0"/>
              <a:t>, D. (2020). </a:t>
            </a:r>
            <a:r>
              <a:rPr lang="en-IN" sz="900" i="1" dirty="0"/>
              <a:t>Knowledge Graphs for Multilingual Language Translation and Generation</a:t>
            </a:r>
            <a:r>
              <a:rPr lang="en-IN" sz="900" dirty="0"/>
              <a:t>. </a:t>
            </a:r>
            <a:r>
              <a:rPr lang="en-IN" sz="900" dirty="0" err="1"/>
              <a:t>arXiv</a:t>
            </a:r>
            <a:r>
              <a:rPr lang="en-IN" sz="900" dirty="0"/>
              <a:t>. </a:t>
            </a:r>
            <a:r>
              <a:rPr lang="en-IN" sz="900" dirty="0">
                <a:hlinkClick r:id="rId4"/>
              </a:rPr>
              <a:t>https://arxiv.org/abs/2009.07715</a:t>
            </a:r>
            <a:endParaRPr lang="en-IN" sz="900" dirty="0"/>
          </a:p>
          <a:p>
            <a:pPr>
              <a:buNone/>
            </a:pPr>
            <a:r>
              <a:rPr lang="en-IN" sz="900" b="1" dirty="0"/>
              <a:t>3. Han &amp; </a:t>
            </a:r>
            <a:r>
              <a:rPr lang="en-IN" sz="900" b="1" dirty="0" err="1"/>
              <a:t>Gardent</a:t>
            </a:r>
            <a:r>
              <a:rPr lang="en-IN" sz="900" b="1" dirty="0"/>
              <a:t> (2023)</a:t>
            </a:r>
            <a:br>
              <a:rPr lang="en-IN" sz="900" dirty="0"/>
            </a:br>
            <a:r>
              <a:rPr lang="en-IN" sz="900" dirty="0"/>
              <a:t>Han, K., &amp; </a:t>
            </a:r>
            <a:r>
              <a:rPr lang="en-IN" sz="900" dirty="0" err="1"/>
              <a:t>Gardent</a:t>
            </a:r>
            <a:r>
              <a:rPr lang="en-IN" sz="900" dirty="0"/>
              <a:t>, C. (2023). </a:t>
            </a:r>
            <a:r>
              <a:rPr lang="en-IN" sz="900" i="1" dirty="0"/>
              <a:t>Multilingual Generation and Answering of Questions from Texts and Knowledge Graphs</a:t>
            </a:r>
            <a:r>
              <a:rPr lang="en-IN" sz="900" dirty="0"/>
              <a:t>. In </a:t>
            </a:r>
            <a:r>
              <a:rPr lang="en-IN" sz="900" i="1" dirty="0"/>
              <a:t>Proceedings of the Conference on Empirical Methods in Natural Language Processing</a:t>
            </a:r>
            <a:r>
              <a:rPr lang="en-IN" sz="900" dirty="0"/>
              <a:t>. </a:t>
            </a:r>
            <a:r>
              <a:rPr lang="en-IN" sz="900" dirty="0">
                <a:hlinkClick r:id="rId5"/>
              </a:rPr>
              <a:t>https://arxiv.org/abs/266166029</a:t>
            </a:r>
            <a:endParaRPr lang="en-IN" sz="900" dirty="0"/>
          </a:p>
          <a:p>
            <a:pPr>
              <a:buNone/>
            </a:pPr>
            <a:r>
              <a:rPr lang="en-IN" sz="900" b="1" dirty="0"/>
              <a:t>4. Zhu et al. (2024)</a:t>
            </a:r>
            <a:br>
              <a:rPr lang="en-IN" sz="900" dirty="0"/>
            </a:br>
            <a:r>
              <a:rPr lang="en-IN" sz="900" dirty="0"/>
              <a:t>Zhu, Y., Wang, Y., Shi, H., &amp; Tang, S. (2024). </a:t>
            </a:r>
            <a:r>
              <a:rPr lang="en-IN" sz="900" i="1" dirty="0"/>
              <a:t>Efficient Tuning and Inference for Large Language Models on Textual Graphs</a:t>
            </a:r>
            <a:r>
              <a:rPr lang="en-IN" sz="900" dirty="0"/>
              <a:t>. </a:t>
            </a:r>
            <a:r>
              <a:rPr lang="en-IN" sz="900" dirty="0" err="1"/>
              <a:t>arXiv</a:t>
            </a:r>
            <a:r>
              <a:rPr lang="en-IN" sz="900" dirty="0"/>
              <a:t>. </a:t>
            </a:r>
            <a:r>
              <a:rPr lang="en-IN" sz="900" dirty="0">
                <a:hlinkClick r:id="rId6"/>
              </a:rPr>
              <a:t>https://arxiv.org/abs/2401.15569</a:t>
            </a:r>
            <a:endParaRPr lang="en-IN" sz="900" dirty="0"/>
          </a:p>
          <a:p>
            <a:pPr>
              <a:buNone/>
            </a:pPr>
            <a:r>
              <a:rPr lang="en-IN" sz="900" b="1" dirty="0"/>
              <a:t>5. Guo et al. (2024)</a:t>
            </a:r>
            <a:br>
              <a:rPr lang="en-IN" sz="900" dirty="0"/>
            </a:br>
            <a:r>
              <a:rPr lang="en-IN" sz="900" dirty="0"/>
              <a:t>Guo, K., Liu, Z., Chen, Z., Wen, H., Jin, W., Tang, J., &amp; Chang, Y. (2024). </a:t>
            </a:r>
            <a:r>
              <a:rPr lang="en-IN" sz="900" i="1" dirty="0"/>
              <a:t>Learning on Graphs with Large Language Models (LLMs): A Deep Dive into Model Robustness</a:t>
            </a:r>
            <a:r>
              <a:rPr lang="en-IN" sz="900" dirty="0"/>
              <a:t>. </a:t>
            </a:r>
            <a:r>
              <a:rPr lang="en-IN" sz="900" dirty="0" err="1"/>
              <a:t>arXiv</a:t>
            </a:r>
            <a:r>
              <a:rPr lang="en-IN" sz="900" dirty="0"/>
              <a:t>. </a:t>
            </a:r>
            <a:r>
              <a:rPr lang="en-IN" sz="900" dirty="0">
                <a:hlinkClick r:id="rId7"/>
              </a:rPr>
              <a:t>https://arxiv.org/abs/2407.12068</a:t>
            </a:r>
            <a:endParaRPr lang="en-IN" sz="900" dirty="0"/>
          </a:p>
          <a:p>
            <a:pPr>
              <a:buNone/>
            </a:pPr>
            <a:r>
              <a:rPr lang="en-IN" sz="900" b="1" dirty="0"/>
              <a:t>6. Colas et al. (2022)</a:t>
            </a:r>
            <a:br>
              <a:rPr lang="en-IN" sz="900" dirty="0"/>
            </a:br>
            <a:r>
              <a:rPr lang="en-IN" sz="900" dirty="0"/>
              <a:t>Colas, A., </a:t>
            </a:r>
            <a:r>
              <a:rPr lang="en-IN" sz="900" dirty="0" err="1"/>
              <a:t>Alvandipour</a:t>
            </a:r>
            <a:r>
              <a:rPr lang="en-IN" sz="900" dirty="0"/>
              <a:t>, M., &amp; Wang, D. Z. (2022). </a:t>
            </a:r>
            <a:r>
              <a:rPr lang="en-IN" sz="900" i="1" dirty="0"/>
              <a:t>GAP: A Graph-aware Language Model Framework for Knowledge Graph-to-Text Generation</a:t>
            </a:r>
            <a:r>
              <a:rPr lang="en-IN" sz="900" dirty="0"/>
              <a:t>. In </a:t>
            </a:r>
            <a:r>
              <a:rPr lang="en-IN" sz="900" i="1" dirty="0"/>
              <a:t>International Conference on Computational Linguistics</a:t>
            </a:r>
            <a:r>
              <a:rPr lang="en-IN" sz="900" dirty="0"/>
              <a:t>. </a:t>
            </a:r>
            <a:r>
              <a:rPr lang="en-IN" sz="900" dirty="0">
                <a:hlinkClick r:id="rId8"/>
              </a:rPr>
              <a:t>https://arxiv.org/abs/248177721</a:t>
            </a:r>
            <a:endParaRPr lang="en-IN" sz="900" dirty="0"/>
          </a:p>
          <a:p>
            <a:pPr>
              <a:buNone/>
            </a:pPr>
            <a:r>
              <a:rPr lang="en-IN" sz="900" b="1" dirty="0"/>
              <a:t>7. Zhu et al. (2025)</a:t>
            </a:r>
            <a:br>
              <a:rPr lang="en-IN" sz="900" dirty="0"/>
            </a:br>
            <a:r>
              <a:rPr lang="en-IN" sz="900" dirty="0"/>
              <a:t>Zhu, X., Xue, H., Zhao, Z., Xu, W., Huang, J., Guo, M., Wang, Q., Zhou, K., &amp; Zhang, Y. (2025). </a:t>
            </a:r>
            <a:r>
              <a:rPr lang="en-IN" sz="900" i="1" dirty="0"/>
              <a:t>LLM as GNN: Graph Vocabulary Learning for Text-Attributed Graph Foundation Models</a:t>
            </a:r>
            <a:r>
              <a:rPr lang="en-IN" sz="900" dirty="0"/>
              <a:t>. </a:t>
            </a:r>
            <a:r>
              <a:rPr lang="en-IN" sz="900" dirty="0" err="1"/>
              <a:t>arXiv</a:t>
            </a:r>
            <a:r>
              <a:rPr lang="en-IN" sz="900" dirty="0"/>
              <a:t>. </a:t>
            </a:r>
            <a:r>
              <a:rPr lang="en-IN" sz="900" dirty="0">
                <a:hlinkClick r:id="rId9"/>
              </a:rPr>
              <a:t>https://arxiv.org/abs/2503.03313</a:t>
            </a:r>
            <a:endParaRPr lang="en-IN" sz="900" dirty="0"/>
          </a:p>
          <a:p>
            <a:pPr>
              <a:buNone/>
            </a:pPr>
            <a:r>
              <a:rPr lang="en-IN" sz="900" b="1" dirty="0"/>
              <a:t>8. Yu et al. (2024)</a:t>
            </a:r>
            <a:br>
              <a:rPr lang="en-IN" sz="900" dirty="0"/>
            </a:br>
            <a:r>
              <a:rPr lang="en-IN" sz="900" dirty="0"/>
              <a:t>Yu, Z., Xu, X., &amp; Gao, H. (2024). </a:t>
            </a:r>
            <a:r>
              <a:rPr lang="en-IN" sz="900" i="1" dirty="0"/>
              <a:t>G2T-LLM: Graph-to-Tree Text Encoding for Molecule Generation with Fine-Tuned Large Language Models</a:t>
            </a:r>
            <a:r>
              <a:rPr lang="en-IN" sz="900" dirty="0"/>
              <a:t>. </a:t>
            </a:r>
            <a:r>
              <a:rPr lang="en-IN" sz="900" dirty="0" err="1"/>
              <a:t>arXiv</a:t>
            </a:r>
            <a:r>
              <a:rPr lang="en-IN" sz="900" dirty="0"/>
              <a:t>. </a:t>
            </a:r>
            <a:r>
              <a:rPr lang="en-IN" sz="900" dirty="0">
                <a:hlinkClick r:id="rId10"/>
              </a:rPr>
              <a:t>https://arxiv.org/abs/2410.02198</a:t>
            </a:r>
            <a:endParaRPr lang="en-IN" sz="900" dirty="0"/>
          </a:p>
          <a:p>
            <a:pPr>
              <a:buNone/>
            </a:pPr>
            <a:r>
              <a:rPr lang="en-IN" sz="900" b="1" dirty="0"/>
              <a:t>9. Chen et al. (2025)</a:t>
            </a:r>
            <a:br>
              <a:rPr lang="en-IN" sz="900" dirty="0"/>
            </a:br>
            <a:r>
              <a:rPr lang="en-IN" sz="900" dirty="0"/>
              <a:t>Chen, H., Wang, X., Zhang, Z., Li, H., Wen, W., Feng, L., &amp; Zhu, W. (2025). </a:t>
            </a:r>
            <a:r>
              <a:rPr lang="en-IN" sz="900" i="1" dirty="0"/>
              <a:t>Curriculum GNN-LLM Alignment for Text-Attributed Graphs</a:t>
            </a:r>
            <a:r>
              <a:rPr lang="en-IN" sz="900" dirty="0"/>
              <a:t>. </a:t>
            </a:r>
            <a:r>
              <a:rPr lang="en-IN" sz="900" dirty="0" err="1"/>
              <a:t>OpenReview</a:t>
            </a:r>
            <a:r>
              <a:rPr lang="en-IN" sz="900" dirty="0"/>
              <a:t>. </a:t>
            </a:r>
            <a:r>
              <a:rPr lang="en-IN" sz="900" dirty="0">
                <a:hlinkClick r:id="rId11"/>
              </a:rPr>
              <a:t>https://openreview.net/forum?id=tmwR707odU</a:t>
            </a:r>
            <a:endParaRPr lang="en-IN" sz="900" dirty="0"/>
          </a:p>
          <a:p>
            <a:pPr>
              <a:buNone/>
            </a:pPr>
            <a:r>
              <a:rPr lang="en-IN" sz="900" b="1" dirty="0"/>
              <a:t>10. Ribeiro et al. (2020)</a:t>
            </a:r>
            <a:br>
              <a:rPr lang="en-IN" sz="900" dirty="0"/>
            </a:br>
            <a:r>
              <a:rPr lang="en-IN" sz="900" dirty="0"/>
              <a:t>Ribeiro, L. F. R., Schmitt, M., Schütze, H., &amp; </a:t>
            </a:r>
            <a:r>
              <a:rPr lang="en-IN" sz="900" dirty="0" err="1"/>
              <a:t>Gurevych</a:t>
            </a:r>
            <a:r>
              <a:rPr lang="en-IN" sz="900" dirty="0"/>
              <a:t>, I. (2020). </a:t>
            </a:r>
            <a:r>
              <a:rPr lang="en-IN" sz="900" i="1" dirty="0"/>
              <a:t>Investigating Pretrained Language Models for Graph-to-Text Generation</a:t>
            </a:r>
            <a:r>
              <a:rPr lang="en-IN" sz="900" dirty="0"/>
              <a:t>. </a:t>
            </a:r>
            <a:r>
              <a:rPr lang="en-IN" sz="900" dirty="0" err="1"/>
              <a:t>arXiv</a:t>
            </a:r>
            <a:r>
              <a:rPr lang="en-IN" sz="900" dirty="0"/>
              <a:t>. </a:t>
            </a:r>
            <a:r>
              <a:rPr lang="en-IN" sz="900" dirty="0">
                <a:hlinkClick r:id="rId12"/>
              </a:rPr>
              <a:t>https://arxiv.org/abs/2007.08426</a:t>
            </a:r>
            <a:endParaRPr lang="en-IN" sz="900" dirty="0"/>
          </a:p>
          <a:p>
            <a:r>
              <a:rPr lang="en-IN" sz="900" b="1" dirty="0"/>
              <a:t>11. He et al. (2025)</a:t>
            </a:r>
            <a:br>
              <a:rPr lang="en-IN" sz="900" dirty="0"/>
            </a:br>
            <a:r>
              <a:rPr lang="en-IN" sz="900" dirty="0"/>
              <a:t>He, J., Yang, Y., Long, W., Xiong, D., Gutierrez-Basulto, V., &amp; Pan, J. Z. (2025). </a:t>
            </a:r>
            <a:r>
              <a:rPr lang="en-IN" sz="900" i="1" dirty="0"/>
              <a:t>Evaluating and Improving Graph to Text Generation with Large Language Models</a:t>
            </a:r>
            <a:r>
              <a:rPr lang="en-IN" sz="900" dirty="0"/>
              <a:t>. </a:t>
            </a:r>
            <a:r>
              <a:rPr lang="en-IN" sz="900" dirty="0" err="1"/>
              <a:t>arXiv</a:t>
            </a:r>
            <a:r>
              <a:rPr lang="en-IN" sz="900" dirty="0"/>
              <a:t>. </a:t>
            </a:r>
            <a:r>
              <a:rPr lang="en-IN" sz="900" dirty="0">
                <a:hlinkClick r:id="rId13"/>
              </a:rPr>
              <a:t>https://arxiv.org/abs/2501.14497</a:t>
            </a:r>
            <a:endParaRPr lang="en-IN"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3"/>
          <p:cNvSpPr txBox="1">
            <a:spLocks noGrp="1"/>
          </p:cNvSpPr>
          <p:nvPr>
            <p:ph type="body" idx="1"/>
          </p:nvPr>
        </p:nvSpPr>
        <p:spPr>
          <a:xfrm>
            <a:off x="714500" y="1594200"/>
            <a:ext cx="7835400" cy="11262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dirty="0"/>
              <a:t>This template is not as tremendous as the LaTeX one</a:t>
            </a:r>
            <a:endParaRPr dirty="0"/>
          </a:p>
          <a:p>
            <a:pPr marL="457200" lvl="0" indent="-342900" algn="l" rtl="0">
              <a:spcBef>
                <a:spcPts val="0"/>
              </a:spcBef>
              <a:spcAft>
                <a:spcPts val="0"/>
              </a:spcAft>
              <a:buSzPts val="1800"/>
              <a:buChar char="●"/>
            </a:pPr>
            <a:r>
              <a:rPr lang="en" dirty="0"/>
              <a:t>But it looks at least similar</a:t>
            </a:r>
            <a:endParaRPr dirty="0"/>
          </a:p>
          <a:p>
            <a:pPr marL="457200" lvl="0" indent="-342900" algn="l" rtl="0">
              <a:spcBef>
                <a:spcPts val="0"/>
              </a:spcBef>
              <a:spcAft>
                <a:spcPts val="0"/>
              </a:spcAft>
              <a:buSzPts val="1800"/>
              <a:buChar char="●"/>
            </a:pPr>
            <a:r>
              <a:rPr lang="en" dirty="0"/>
              <a:t>Don’t be lazy, rather use LaTeX with Beamer</a:t>
            </a:r>
            <a:endParaRPr dirty="0"/>
          </a:p>
        </p:txBody>
      </p:sp>
      <p:sp>
        <p:nvSpPr>
          <p:cNvPr id="83" name="Google Shape;83;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17</a:t>
            </a:fld>
            <a:endParaRPr/>
          </a:p>
        </p:txBody>
      </p:sp>
      <p:sp>
        <p:nvSpPr>
          <p:cNvPr id="84" name="Google Shape;84;p13"/>
          <p:cNvSpPr txBox="1">
            <a:spLocks noGrp="1"/>
          </p:cNvSpPr>
          <p:nvPr>
            <p:ph type="subTitle" idx="2"/>
          </p:nvPr>
        </p:nvSpPr>
        <p:spPr>
          <a:xfrm>
            <a:off x="1360700" y="982500"/>
            <a:ext cx="6270000" cy="5091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IN" dirty="0"/>
              <a:t>Conclusion</a:t>
            </a:r>
            <a:endParaRPr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1229</Words>
  <Application>Microsoft Office PowerPoint</Application>
  <PresentationFormat>On-screen Show (16:9)</PresentationFormat>
  <Paragraphs>133</Paragraphs>
  <Slides>17</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Courier New</vt:lpstr>
      <vt:lpstr>Open Sans</vt:lpstr>
      <vt:lpstr>Bahnschrift Light SemiCondensed</vt:lpstr>
      <vt:lpstr>Arial</vt:lpstr>
      <vt:lpstr>Californian FB</vt:lpstr>
      <vt:lpstr>Simple Light</vt:lpstr>
      <vt:lpstr>GEM: Multilingual graph-to-text generation</vt:lpstr>
      <vt:lpstr>GEM: Multilingual graph-to-text generation</vt:lpstr>
      <vt:lpstr>GEM: Graph-to-text generation</vt:lpstr>
      <vt:lpstr>Introduction</vt:lpstr>
      <vt:lpstr>Introduction</vt:lpstr>
      <vt:lpstr>Task setting</vt:lpstr>
      <vt:lpstr>Methodology</vt:lpstr>
      <vt:lpstr>Model Architecture</vt:lpstr>
      <vt:lpstr>Training Protocol</vt:lpstr>
      <vt:lpstr>Results</vt:lpstr>
      <vt:lpstr>Results</vt:lpstr>
      <vt:lpstr>Results</vt:lpstr>
      <vt:lpstr>Results</vt:lpstr>
      <vt:lpstr>Results</vt:lpstr>
      <vt:lpstr>Evaluation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Romita</dc:creator>
  <cp:lastModifiedBy>Bouali Kassem Anis</cp:lastModifiedBy>
  <cp:revision>17</cp:revision>
  <dcterms:modified xsi:type="dcterms:W3CDTF">2025-05-19T10:03:42Z</dcterms:modified>
</cp:coreProperties>
</file>